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252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BD63-52CA-A893-084A-961472957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C9C51-DFF0-C242-DCD4-D24A513B2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A9912-2EA5-B97A-7CB0-15EC63C9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A33D-0B4A-C814-87B8-98F909D6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0126-3251-C09F-CB0E-916AB7328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03755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3E567-2951-CD4F-7971-A633AF3D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F63AF-9E28-A194-CE8C-7980C8704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A362-0CEC-E43B-CFDD-B18493B3B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882F3-F182-471C-0EC9-863DEA61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49B8C-B543-A537-04D5-69817131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53354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BACB-F741-D977-BA0A-2AFC46C2A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81D0D-D665-5B44-3B75-F5C88FB9D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D78C1-FCE3-4A02-EA15-C7437A2E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8086F-317F-497F-CB33-CC4BF0B03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AF452-41CA-2692-29FB-156B0052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8745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4F72-5714-D82D-BEC2-A8F6132F5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91929-4D60-A5ED-F05D-BA4AD3F3A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DE7EA-78FF-053D-89F3-C54656D6F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4B1A4-7280-96EA-7402-E83314041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695C1-F41A-2D6B-1616-B5B62B32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567D3-B0CF-929C-1699-F1BE39BB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76793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D1BD-2314-1DF9-55CC-BEE15F6B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3157F-0FE6-BF92-CF5E-3F4F3BAAE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3E8F5-35DF-F7A5-5552-73761B40E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4A822-B349-EC39-2BBD-96207CD99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1CB15-B7EE-918D-97AC-34D4434130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FC6B1-AB24-3590-4237-331D5649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729C5-701D-EFC5-E915-ED5B9972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488813-02F4-42BC-A232-3C30880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1039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FBE4-386E-19E9-B2F2-CF0535FCF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A2177-EB2B-B11A-FED8-19E5578C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01478-C590-4BF6-BF02-3B0AFFD9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C5D69-C0D4-414B-94FD-C6F4C9F0B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236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709CC-748E-16AB-7926-8B0F4580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F6A89-D7D5-7915-5628-488412ED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FB8B4-D27C-29A7-799A-9361D352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4214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6716-CB09-8D52-6F4C-2B721CD9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1C3D6-ADBC-8B20-DEE4-BC5C2D3D2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02AF1-B1B5-1698-5366-AFE7B73A7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C6B83-9244-90F6-EB2F-A2AD584B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F5D74-FCAC-39DA-A461-0E39612D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974C0-7DE8-F4CA-603B-063A9700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9188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ED84-E2F9-C650-388B-5769FD97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F7247-2F8F-3549-3399-D8CCF181B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62B58-F1D5-AA18-A0F1-6CC5E65FD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36E4E-8006-27A4-BD48-FB6C7220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86DE6-F753-3B98-935D-D35430DE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17F2E-E9D3-78A3-1C08-5613E03B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4972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52DA-3C43-D34B-715A-CC915774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67E70-941C-69FE-C849-649AD2912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AC2FC-0A1A-8FCA-5A17-1F31EFD6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E57FC-CF26-AA6F-E73A-621D4AE6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6D752-C157-AC60-54B8-66EE7E84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96384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1477E-9E4A-85E3-1936-8FEE7D72A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B360C-717D-4513-7F06-0E826227B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438CD-2769-86B7-C90D-C7A7D20E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ED8DD-5B2C-B306-9BBF-59BF3C333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1DFE1-061B-8609-F1F8-D879D9E3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0159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3E8375-8746-1C24-1ACF-5542D95B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E6A06-5D04-DFD7-B46F-C9E203250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1060B-ACF0-0977-8C48-0A84A475D9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FE560-6D3B-48A5-8751-1981EA041B77}" type="datetimeFigureOut">
              <a:rPr lang="nb-NO" smtClean="0"/>
              <a:t>04.10.2025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E5FE2-5AFD-8CE0-9D97-9B3D2510F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160AA-F91B-C517-F007-96DAAA49D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CB25F-86DD-4ACF-B9AC-012FD050C6C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3238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aphic 4" descr="Porthole outline">
            <a:extLst>
              <a:ext uri="{FF2B5EF4-FFF2-40B4-BE49-F238E27FC236}">
                <a16:creationId xmlns:a16="http://schemas.microsoft.com/office/drawing/2014/main" id="{0B56BB6A-8E8D-FB20-F533-697957F8583D}"/>
              </a:ext>
            </a:extLst>
          </p:cNvPr>
          <p:cNvGrpSpPr/>
          <p:nvPr/>
        </p:nvGrpSpPr>
        <p:grpSpPr>
          <a:xfrm>
            <a:off x="3760541" y="2032987"/>
            <a:ext cx="2409224" cy="2409225"/>
            <a:chOff x="3760541" y="2032987"/>
            <a:chExt cx="2409224" cy="2409225"/>
          </a:xfrm>
          <a:solidFill>
            <a:srgbClr val="000000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AE7AEDC-CD4E-3AFA-03F9-915F4403D4FB}"/>
                </a:ext>
              </a:extLst>
            </p:cNvPr>
            <p:cNvSpPr/>
            <p:nvPr/>
          </p:nvSpPr>
          <p:spPr>
            <a:xfrm>
              <a:off x="4495201" y="3787581"/>
              <a:ext cx="939628" cy="123789"/>
            </a:xfrm>
            <a:custGeom>
              <a:avLst/>
              <a:gdLst>
                <a:gd name="connsiteX0" fmla="*/ 621487 w 939628"/>
                <a:gd name="connsiteY0" fmla="*/ 33020 h 123789"/>
                <a:gd name="connsiteX1" fmla="*/ 470324 w 939628"/>
                <a:gd name="connsiteY1" fmla="*/ 61900 h 123789"/>
                <a:gd name="connsiteX2" fmla="*/ 318975 w 939628"/>
                <a:gd name="connsiteY2" fmla="*/ 33020 h 123789"/>
                <a:gd name="connsiteX3" fmla="*/ 145789 w 939628"/>
                <a:gd name="connsiteY3" fmla="*/ 125 h 123789"/>
                <a:gd name="connsiteX4" fmla="*/ 0 w 939628"/>
                <a:gd name="connsiteY4" fmla="*/ 22982 h 123789"/>
                <a:gd name="connsiteX5" fmla="*/ 63258 w 939628"/>
                <a:gd name="connsiteY5" fmla="*/ 69467 h 123789"/>
                <a:gd name="connsiteX6" fmla="*/ 145789 w 939628"/>
                <a:gd name="connsiteY6" fmla="*/ 61900 h 123789"/>
                <a:gd name="connsiteX7" fmla="*/ 296983 w 939628"/>
                <a:gd name="connsiteY7" fmla="*/ 90780 h 123789"/>
                <a:gd name="connsiteX8" fmla="*/ 470170 w 939628"/>
                <a:gd name="connsiteY8" fmla="*/ 123675 h 123789"/>
                <a:gd name="connsiteX9" fmla="*/ 643140 w 939628"/>
                <a:gd name="connsiteY9" fmla="*/ 90780 h 123789"/>
                <a:gd name="connsiteX10" fmla="*/ 794303 w 939628"/>
                <a:gd name="connsiteY10" fmla="*/ 61900 h 123789"/>
                <a:gd name="connsiteX11" fmla="*/ 876309 w 939628"/>
                <a:gd name="connsiteY11" fmla="*/ 69375 h 123789"/>
                <a:gd name="connsiteX12" fmla="*/ 939629 w 939628"/>
                <a:gd name="connsiteY12" fmla="*/ 22827 h 123789"/>
                <a:gd name="connsiteX13" fmla="*/ 794457 w 939628"/>
                <a:gd name="connsiteY13" fmla="*/ 125 h 123789"/>
                <a:gd name="connsiteX14" fmla="*/ 621487 w 939628"/>
                <a:gd name="connsiteY14" fmla="*/ 33020 h 12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39628" h="123789">
                  <a:moveTo>
                    <a:pt x="621487" y="33020"/>
                  </a:moveTo>
                  <a:cubicBezTo>
                    <a:pt x="573741" y="53335"/>
                    <a:pt x="522196" y="63182"/>
                    <a:pt x="470324" y="61900"/>
                  </a:cubicBezTo>
                  <a:cubicBezTo>
                    <a:pt x="418390" y="63203"/>
                    <a:pt x="366780" y="53356"/>
                    <a:pt x="318975" y="33020"/>
                  </a:cubicBezTo>
                  <a:cubicBezTo>
                    <a:pt x="264212" y="9962"/>
                    <a:pt x="205192" y="-1247"/>
                    <a:pt x="145789" y="125"/>
                  </a:cubicBezTo>
                  <a:cubicBezTo>
                    <a:pt x="96211" y="-1095"/>
                    <a:pt x="46825" y="6648"/>
                    <a:pt x="0" y="22982"/>
                  </a:cubicBezTo>
                  <a:cubicBezTo>
                    <a:pt x="20250" y="39584"/>
                    <a:pt x="41365" y="55101"/>
                    <a:pt x="63258" y="69467"/>
                  </a:cubicBezTo>
                  <a:cubicBezTo>
                    <a:pt x="90432" y="64102"/>
                    <a:pt x="118092" y="61566"/>
                    <a:pt x="145789" y="61900"/>
                  </a:cubicBezTo>
                  <a:cubicBezTo>
                    <a:pt x="197671" y="60618"/>
                    <a:pt x="249225" y="70465"/>
                    <a:pt x="296983" y="90780"/>
                  </a:cubicBezTo>
                  <a:cubicBezTo>
                    <a:pt x="351741" y="113852"/>
                    <a:pt x="410767" y="125061"/>
                    <a:pt x="470170" y="123675"/>
                  </a:cubicBezTo>
                  <a:cubicBezTo>
                    <a:pt x="529501" y="125043"/>
                    <a:pt x="588450" y="113831"/>
                    <a:pt x="643140" y="90780"/>
                  </a:cubicBezTo>
                  <a:cubicBezTo>
                    <a:pt x="690885" y="70465"/>
                    <a:pt x="742430" y="60618"/>
                    <a:pt x="794303" y="61900"/>
                  </a:cubicBezTo>
                  <a:cubicBezTo>
                    <a:pt x="821821" y="61578"/>
                    <a:pt x="849301" y="64083"/>
                    <a:pt x="876309" y="69375"/>
                  </a:cubicBezTo>
                  <a:cubicBezTo>
                    <a:pt x="898215" y="54975"/>
                    <a:pt x="919351" y="39438"/>
                    <a:pt x="939629" y="22827"/>
                  </a:cubicBezTo>
                  <a:cubicBezTo>
                    <a:pt x="892989" y="6620"/>
                    <a:pt x="843819" y="-1071"/>
                    <a:pt x="794457" y="125"/>
                  </a:cubicBezTo>
                  <a:cubicBezTo>
                    <a:pt x="735126" y="-1228"/>
                    <a:pt x="676180" y="9984"/>
                    <a:pt x="621487" y="33020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9646EB8-C8F3-21DD-1A0F-6F56616646B5}"/>
                </a:ext>
              </a:extLst>
            </p:cNvPr>
            <p:cNvSpPr/>
            <p:nvPr/>
          </p:nvSpPr>
          <p:spPr>
            <a:xfrm>
              <a:off x="4329180" y="3555937"/>
              <a:ext cx="1272101" cy="123776"/>
            </a:xfrm>
            <a:custGeom>
              <a:avLst/>
              <a:gdLst>
                <a:gd name="connsiteX0" fmla="*/ 960632 w 1272101"/>
                <a:gd name="connsiteY0" fmla="*/ 112 h 123776"/>
                <a:gd name="connsiteX1" fmla="*/ 787662 w 1272101"/>
                <a:gd name="connsiteY1" fmla="*/ 33007 h 123776"/>
                <a:gd name="connsiteX2" fmla="*/ 636499 w 1272101"/>
                <a:gd name="connsiteY2" fmla="*/ 61887 h 123776"/>
                <a:gd name="connsiteX3" fmla="*/ 485150 w 1272101"/>
                <a:gd name="connsiteY3" fmla="*/ 33007 h 123776"/>
                <a:gd name="connsiteX4" fmla="*/ 311964 w 1272101"/>
                <a:gd name="connsiteY4" fmla="*/ 112 h 123776"/>
                <a:gd name="connsiteX5" fmla="*/ 138994 w 1272101"/>
                <a:gd name="connsiteY5" fmla="*/ 33007 h 123776"/>
                <a:gd name="connsiteX6" fmla="*/ 0 w 1272101"/>
                <a:gd name="connsiteY6" fmla="*/ 61609 h 123776"/>
                <a:gd name="connsiteX7" fmla="*/ 39783 w 1272101"/>
                <a:gd name="connsiteY7" fmla="*/ 121253 h 123776"/>
                <a:gd name="connsiteX8" fmla="*/ 161078 w 1272101"/>
                <a:gd name="connsiteY8" fmla="*/ 90767 h 123776"/>
                <a:gd name="connsiteX9" fmla="*/ 312211 w 1272101"/>
                <a:gd name="connsiteY9" fmla="*/ 61887 h 123776"/>
                <a:gd name="connsiteX10" fmla="*/ 463405 w 1272101"/>
                <a:gd name="connsiteY10" fmla="*/ 90767 h 123776"/>
                <a:gd name="connsiteX11" fmla="*/ 636591 w 1272101"/>
                <a:gd name="connsiteY11" fmla="*/ 123662 h 123776"/>
                <a:gd name="connsiteX12" fmla="*/ 809561 w 1272101"/>
                <a:gd name="connsiteY12" fmla="*/ 90767 h 123776"/>
                <a:gd name="connsiteX13" fmla="*/ 1111796 w 1272101"/>
                <a:gd name="connsiteY13" fmla="*/ 90767 h 123776"/>
                <a:gd name="connsiteX14" fmla="*/ 1232535 w 1272101"/>
                <a:gd name="connsiteY14" fmla="*/ 121222 h 123776"/>
                <a:gd name="connsiteX15" fmla="*/ 1272102 w 1272101"/>
                <a:gd name="connsiteY15" fmla="*/ 61578 h 123776"/>
                <a:gd name="connsiteX16" fmla="*/ 1133602 w 1272101"/>
                <a:gd name="connsiteY16" fmla="*/ 33007 h 123776"/>
                <a:gd name="connsiteX17" fmla="*/ 960632 w 1272101"/>
                <a:gd name="connsiteY17" fmla="*/ 112 h 12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2101" h="123776">
                  <a:moveTo>
                    <a:pt x="960632" y="112"/>
                  </a:moveTo>
                  <a:cubicBezTo>
                    <a:pt x="901300" y="-1241"/>
                    <a:pt x="842355" y="9972"/>
                    <a:pt x="787662" y="33007"/>
                  </a:cubicBezTo>
                  <a:cubicBezTo>
                    <a:pt x="739916" y="53322"/>
                    <a:pt x="688371" y="63169"/>
                    <a:pt x="636499" y="61887"/>
                  </a:cubicBezTo>
                  <a:cubicBezTo>
                    <a:pt x="584564" y="63191"/>
                    <a:pt x="532955" y="53344"/>
                    <a:pt x="485150" y="33007"/>
                  </a:cubicBezTo>
                  <a:cubicBezTo>
                    <a:pt x="430386" y="9950"/>
                    <a:pt x="371367" y="-1259"/>
                    <a:pt x="311964" y="112"/>
                  </a:cubicBezTo>
                  <a:cubicBezTo>
                    <a:pt x="252632" y="-1241"/>
                    <a:pt x="193686" y="9972"/>
                    <a:pt x="138994" y="33007"/>
                  </a:cubicBezTo>
                  <a:cubicBezTo>
                    <a:pt x="95007" y="51633"/>
                    <a:pt x="47767" y="61356"/>
                    <a:pt x="0" y="61609"/>
                  </a:cubicBezTo>
                  <a:cubicBezTo>
                    <a:pt x="12355" y="82202"/>
                    <a:pt x="25615" y="102081"/>
                    <a:pt x="39783" y="121253"/>
                  </a:cubicBezTo>
                  <a:cubicBezTo>
                    <a:pt x="81515" y="117225"/>
                    <a:pt x="122404" y="106949"/>
                    <a:pt x="161078" y="90767"/>
                  </a:cubicBezTo>
                  <a:cubicBezTo>
                    <a:pt x="208812" y="70452"/>
                    <a:pt x="260348" y="60602"/>
                    <a:pt x="312211" y="61887"/>
                  </a:cubicBezTo>
                  <a:cubicBezTo>
                    <a:pt x="364093" y="60605"/>
                    <a:pt x="415647" y="70452"/>
                    <a:pt x="463405" y="90767"/>
                  </a:cubicBezTo>
                  <a:cubicBezTo>
                    <a:pt x="518163" y="113840"/>
                    <a:pt x="577189" y="125049"/>
                    <a:pt x="636591" y="123662"/>
                  </a:cubicBezTo>
                  <a:cubicBezTo>
                    <a:pt x="695923" y="125031"/>
                    <a:pt x="754872" y="113818"/>
                    <a:pt x="809561" y="90767"/>
                  </a:cubicBezTo>
                  <a:cubicBezTo>
                    <a:pt x="906625" y="52263"/>
                    <a:pt x="1014728" y="52263"/>
                    <a:pt x="1111796" y="90767"/>
                  </a:cubicBezTo>
                  <a:cubicBezTo>
                    <a:pt x="1150300" y="106875"/>
                    <a:pt x="1190997" y="117142"/>
                    <a:pt x="1232535" y="121222"/>
                  </a:cubicBezTo>
                  <a:cubicBezTo>
                    <a:pt x="1246558" y="102050"/>
                    <a:pt x="1259747" y="82171"/>
                    <a:pt x="1272102" y="61578"/>
                  </a:cubicBezTo>
                  <a:cubicBezTo>
                    <a:pt x="1224504" y="61279"/>
                    <a:pt x="1177435" y="51568"/>
                    <a:pt x="1133602" y="33007"/>
                  </a:cubicBezTo>
                  <a:cubicBezTo>
                    <a:pt x="1078910" y="9965"/>
                    <a:pt x="1019964" y="-1247"/>
                    <a:pt x="960632" y="112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5677136-07C3-BC2E-1C79-7ECBEFB0EE96}"/>
                </a:ext>
              </a:extLst>
            </p:cNvPr>
            <p:cNvSpPr/>
            <p:nvPr/>
          </p:nvSpPr>
          <p:spPr>
            <a:xfrm>
              <a:off x="3760541" y="2032987"/>
              <a:ext cx="2409224" cy="2409225"/>
            </a:xfrm>
            <a:custGeom>
              <a:avLst/>
              <a:gdLst>
                <a:gd name="connsiteX0" fmla="*/ 1204613 w 2409224"/>
                <a:gd name="connsiteY0" fmla="*/ 0 h 2409225"/>
                <a:gd name="connsiteX1" fmla="*/ 0 w 2409224"/>
                <a:gd name="connsiteY1" fmla="*/ 1204613 h 2409225"/>
                <a:gd name="connsiteX2" fmla="*/ 1204613 w 2409224"/>
                <a:gd name="connsiteY2" fmla="*/ 2409225 h 2409225"/>
                <a:gd name="connsiteX3" fmla="*/ 2409225 w 2409224"/>
                <a:gd name="connsiteY3" fmla="*/ 1204613 h 2409225"/>
                <a:gd name="connsiteX4" fmla="*/ 1204613 w 2409224"/>
                <a:gd name="connsiteY4" fmla="*/ 0 h 2409225"/>
                <a:gd name="connsiteX5" fmla="*/ 1204613 w 2409224"/>
                <a:gd name="connsiteY5" fmla="*/ 2347450 h 2409225"/>
                <a:gd name="connsiteX6" fmla="*/ 61775 w 2409224"/>
                <a:gd name="connsiteY6" fmla="*/ 1204613 h 2409225"/>
                <a:gd name="connsiteX7" fmla="*/ 1204613 w 2409224"/>
                <a:gd name="connsiteY7" fmla="*/ 61775 h 2409225"/>
                <a:gd name="connsiteX8" fmla="*/ 2347450 w 2409224"/>
                <a:gd name="connsiteY8" fmla="*/ 1204613 h 2409225"/>
                <a:gd name="connsiteX9" fmla="*/ 1204613 w 2409224"/>
                <a:gd name="connsiteY9" fmla="*/ 2347450 h 240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09224" h="2409225">
                  <a:moveTo>
                    <a:pt x="1204613" y="0"/>
                  </a:moveTo>
                  <a:cubicBezTo>
                    <a:pt x="539324" y="0"/>
                    <a:pt x="0" y="539324"/>
                    <a:pt x="0" y="1204613"/>
                  </a:cubicBezTo>
                  <a:cubicBezTo>
                    <a:pt x="0" y="1869902"/>
                    <a:pt x="539324" y="2409225"/>
                    <a:pt x="1204613" y="2409225"/>
                  </a:cubicBezTo>
                  <a:cubicBezTo>
                    <a:pt x="1869901" y="2409225"/>
                    <a:pt x="2409225" y="1869902"/>
                    <a:pt x="2409225" y="1204613"/>
                  </a:cubicBezTo>
                  <a:cubicBezTo>
                    <a:pt x="2408478" y="539632"/>
                    <a:pt x="1869593" y="749"/>
                    <a:pt x="1204613" y="0"/>
                  </a:cubicBezTo>
                  <a:close/>
                  <a:moveTo>
                    <a:pt x="1204613" y="2347450"/>
                  </a:moveTo>
                  <a:cubicBezTo>
                    <a:pt x="573442" y="2347450"/>
                    <a:pt x="61775" y="1835783"/>
                    <a:pt x="61775" y="1204613"/>
                  </a:cubicBezTo>
                  <a:cubicBezTo>
                    <a:pt x="61775" y="573442"/>
                    <a:pt x="573442" y="61775"/>
                    <a:pt x="1204613" y="61775"/>
                  </a:cubicBezTo>
                  <a:cubicBezTo>
                    <a:pt x="1835783" y="61775"/>
                    <a:pt x="2347450" y="573442"/>
                    <a:pt x="2347450" y="1204613"/>
                  </a:cubicBezTo>
                  <a:cubicBezTo>
                    <a:pt x="2346737" y="1835487"/>
                    <a:pt x="1835487" y="2346737"/>
                    <a:pt x="1204613" y="2347450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16B350-F0C0-CABE-19AB-16D8D8376C45}"/>
                </a:ext>
              </a:extLst>
            </p:cNvPr>
            <p:cNvSpPr/>
            <p:nvPr/>
          </p:nvSpPr>
          <p:spPr>
            <a:xfrm>
              <a:off x="4069416" y="2341862"/>
              <a:ext cx="1791474" cy="1791475"/>
            </a:xfrm>
            <a:custGeom>
              <a:avLst/>
              <a:gdLst>
                <a:gd name="connsiteX0" fmla="*/ 895738 w 1791474"/>
                <a:gd name="connsiteY0" fmla="*/ 0 h 1791475"/>
                <a:gd name="connsiteX1" fmla="*/ 0 w 1791474"/>
                <a:gd name="connsiteY1" fmla="*/ 895738 h 1791475"/>
                <a:gd name="connsiteX2" fmla="*/ 895738 w 1791474"/>
                <a:gd name="connsiteY2" fmla="*/ 1791475 h 1791475"/>
                <a:gd name="connsiteX3" fmla="*/ 1791475 w 1791474"/>
                <a:gd name="connsiteY3" fmla="*/ 895738 h 1791475"/>
                <a:gd name="connsiteX4" fmla="*/ 895738 w 1791474"/>
                <a:gd name="connsiteY4" fmla="*/ 0 h 1791475"/>
                <a:gd name="connsiteX5" fmla="*/ 895738 w 1791474"/>
                <a:gd name="connsiteY5" fmla="*/ 1729700 h 1791475"/>
                <a:gd name="connsiteX6" fmla="*/ 61775 w 1791474"/>
                <a:gd name="connsiteY6" fmla="*/ 895738 h 1791475"/>
                <a:gd name="connsiteX7" fmla="*/ 895738 w 1791474"/>
                <a:gd name="connsiteY7" fmla="*/ 61775 h 1791475"/>
                <a:gd name="connsiteX8" fmla="*/ 1729700 w 1791474"/>
                <a:gd name="connsiteY8" fmla="*/ 895738 h 1791475"/>
                <a:gd name="connsiteX9" fmla="*/ 895738 w 1791474"/>
                <a:gd name="connsiteY9" fmla="*/ 1729700 h 179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1474" h="1791475">
                  <a:moveTo>
                    <a:pt x="895738" y="0"/>
                  </a:moveTo>
                  <a:cubicBezTo>
                    <a:pt x="401034" y="0"/>
                    <a:pt x="0" y="401034"/>
                    <a:pt x="0" y="895738"/>
                  </a:cubicBezTo>
                  <a:cubicBezTo>
                    <a:pt x="0" y="1390441"/>
                    <a:pt x="401034" y="1791475"/>
                    <a:pt x="895738" y="1791475"/>
                  </a:cubicBezTo>
                  <a:cubicBezTo>
                    <a:pt x="1390441" y="1791475"/>
                    <a:pt x="1791475" y="1390441"/>
                    <a:pt x="1791475" y="895738"/>
                  </a:cubicBezTo>
                  <a:cubicBezTo>
                    <a:pt x="1790931" y="401263"/>
                    <a:pt x="1390216" y="544"/>
                    <a:pt x="895738" y="0"/>
                  </a:cubicBezTo>
                  <a:close/>
                  <a:moveTo>
                    <a:pt x="895738" y="1729700"/>
                  </a:moveTo>
                  <a:cubicBezTo>
                    <a:pt x="435152" y="1729700"/>
                    <a:pt x="61775" y="1356323"/>
                    <a:pt x="61775" y="895738"/>
                  </a:cubicBezTo>
                  <a:cubicBezTo>
                    <a:pt x="61775" y="435152"/>
                    <a:pt x="435152" y="61775"/>
                    <a:pt x="895738" y="61775"/>
                  </a:cubicBezTo>
                  <a:cubicBezTo>
                    <a:pt x="1356323" y="61775"/>
                    <a:pt x="1729700" y="435152"/>
                    <a:pt x="1729700" y="895738"/>
                  </a:cubicBezTo>
                  <a:cubicBezTo>
                    <a:pt x="1729191" y="1356110"/>
                    <a:pt x="1356110" y="1729190"/>
                    <a:pt x="895738" y="1729700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DCD532-DE1C-D12D-188A-1F3BBB405322}"/>
                </a:ext>
              </a:extLst>
            </p:cNvPr>
            <p:cNvSpPr/>
            <p:nvPr/>
          </p:nvSpPr>
          <p:spPr>
            <a:xfrm>
              <a:off x="4349693" y="2321168"/>
              <a:ext cx="122445" cy="122931"/>
            </a:xfrm>
            <a:custGeom>
              <a:avLst/>
              <a:gdLst>
                <a:gd name="connsiteX0" fmla="*/ 61803 w 122445"/>
                <a:gd name="connsiteY0" fmla="*/ 122777 h 122931"/>
                <a:gd name="connsiteX1" fmla="*/ 95377 w 122445"/>
                <a:gd name="connsiteY1" fmla="*/ 112831 h 122931"/>
                <a:gd name="connsiteX2" fmla="*/ 96644 w 122445"/>
                <a:gd name="connsiteY2" fmla="*/ 111997 h 122931"/>
                <a:gd name="connsiteX3" fmla="*/ 110883 w 122445"/>
                <a:gd name="connsiteY3" fmla="*/ 25803 h 122931"/>
                <a:gd name="connsiteX4" fmla="*/ 29680 w 122445"/>
                <a:gd name="connsiteY4" fmla="*/ 8339 h 122931"/>
                <a:gd name="connsiteX5" fmla="*/ 28753 w 122445"/>
                <a:gd name="connsiteY5" fmla="*/ 8926 h 122931"/>
                <a:gd name="connsiteX6" fmla="*/ 28074 w 122445"/>
                <a:gd name="connsiteY6" fmla="*/ 9389 h 122931"/>
                <a:gd name="connsiteX7" fmla="*/ 10014 w 122445"/>
                <a:gd name="connsiteY7" fmla="*/ 94864 h 122931"/>
                <a:gd name="connsiteX8" fmla="*/ 61803 w 122445"/>
                <a:gd name="connsiteY8" fmla="*/ 122931 h 12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445" h="122931">
                  <a:moveTo>
                    <a:pt x="61803" y="122777"/>
                  </a:moveTo>
                  <a:cubicBezTo>
                    <a:pt x="73722" y="122786"/>
                    <a:pt x="85388" y="119333"/>
                    <a:pt x="95377" y="112831"/>
                  </a:cubicBezTo>
                  <a:lnTo>
                    <a:pt x="96644" y="111997"/>
                  </a:lnTo>
                  <a:cubicBezTo>
                    <a:pt x="124378" y="92127"/>
                    <a:pt x="130753" y="53536"/>
                    <a:pt x="110883" y="25803"/>
                  </a:cubicBezTo>
                  <a:cubicBezTo>
                    <a:pt x="92351" y="-63"/>
                    <a:pt x="57207" y="-7621"/>
                    <a:pt x="29680" y="8339"/>
                  </a:cubicBezTo>
                  <a:lnTo>
                    <a:pt x="28753" y="8926"/>
                  </a:lnTo>
                  <a:lnTo>
                    <a:pt x="28074" y="9389"/>
                  </a:lnTo>
                  <a:cubicBezTo>
                    <a:pt x="-516" y="28005"/>
                    <a:pt x="-8602" y="66275"/>
                    <a:pt x="10014" y="94864"/>
                  </a:cubicBezTo>
                  <a:cubicBezTo>
                    <a:pt x="21417" y="112377"/>
                    <a:pt x="40904" y="122938"/>
                    <a:pt x="61803" y="122931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0C162CA-9992-04B5-3E11-319C8FBBEB8F}"/>
                </a:ext>
              </a:extLst>
            </p:cNvPr>
            <p:cNvSpPr/>
            <p:nvPr/>
          </p:nvSpPr>
          <p:spPr>
            <a:xfrm>
              <a:off x="3895075" y="3325737"/>
              <a:ext cx="123824" cy="126160"/>
            </a:xfrm>
            <a:custGeom>
              <a:avLst/>
              <a:gdLst>
                <a:gd name="connsiteX0" fmla="*/ 123006 w 123824"/>
                <a:gd name="connsiteY0" fmla="*/ 53543 h 126160"/>
                <a:gd name="connsiteX1" fmla="*/ 53543 w 123824"/>
                <a:gd name="connsiteY1" fmla="*/ 559 h 126160"/>
                <a:gd name="connsiteX2" fmla="*/ 559 w 123824"/>
                <a:gd name="connsiteY2" fmla="*/ 70022 h 126160"/>
                <a:gd name="connsiteX3" fmla="*/ 815 w 123824"/>
                <a:gd name="connsiteY3" fmla="*/ 71736 h 126160"/>
                <a:gd name="connsiteX4" fmla="*/ 815 w 123824"/>
                <a:gd name="connsiteY4" fmla="*/ 72508 h 126160"/>
                <a:gd name="connsiteX5" fmla="*/ 1001 w 123824"/>
                <a:gd name="connsiteY5" fmla="*/ 73651 h 126160"/>
                <a:gd name="connsiteX6" fmla="*/ 61911 w 123824"/>
                <a:gd name="connsiteY6" fmla="*/ 126160 h 126160"/>
                <a:gd name="connsiteX7" fmla="*/ 71177 w 123824"/>
                <a:gd name="connsiteY7" fmla="*/ 125450 h 126160"/>
                <a:gd name="connsiteX8" fmla="*/ 123136 w 123824"/>
                <a:gd name="connsiteY8" fmla="*/ 55218 h 126160"/>
                <a:gd name="connsiteX9" fmla="*/ 123130 w 123824"/>
                <a:gd name="connsiteY9" fmla="*/ 55180 h 126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824" h="126160">
                  <a:moveTo>
                    <a:pt x="123006" y="53543"/>
                  </a:moveTo>
                  <a:cubicBezTo>
                    <a:pt x="118457" y="19731"/>
                    <a:pt x="87356" y="-3991"/>
                    <a:pt x="53543" y="559"/>
                  </a:cubicBezTo>
                  <a:cubicBezTo>
                    <a:pt x="19731" y="5112"/>
                    <a:pt x="-3991" y="36209"/>
                    <a:pt x="559" y="70022"/>
                  </a:cubicBezTo>
                  <a:cubicBezTo>
                    <a:pt x="636" y="70596"/>
                    <a:pt x="723" y="71168"/>
                    <a:pt x="815" y="71736"/>
                  </a:cubicBezTo>
                  <a:lnTo>
                    <a:pt x="815" y="72508"/>
                  </a:lnTo>
                  <a:lnTo>
                    <a:pt x="1001" y="73651"/>
                  </a:lnTo>
                  <a:cubicBezTo>
                    <a:pt x="5572" y="103782"/>
                    <a:pt x="31434" y="126076"/>
                    <a:pt x="61911" y="126160"/>
                  </a:cubicBezTo>
                  <a:cubicBezTo>
                    <a:pt x="65015" y="126169"/>
                    <a:pt x="68113" y="125931"/>
                    <a:pt x="71177" y="125450"/>
                  </a:cubicBezTo>
                  <a:cubicBezTo>
                    <a:pt x="104919" y="120402"/>
                    <a:pt x="128183" y="88959"/>
                    <a:pt x="123136" y="55218"/>
                  </a:cubicBezTo>
                  <a:cubicBezTo>
                    <a:pt x="123133" y="55205"/>
                    <a:pt x="123133" y="55193"/>
                    <a:pt x="123130" y="55180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BD95700-DB4B-0DFA-9821-0408C8530589}"/>
                </a:ext>
              </a:extLst>
            </p:cNvPr>
            <p:cNvSpPr/>
            <p:nvPr/>
          </p:nvSpPr>
          <p:spPr>
            <a:xfrm>
              <a:off x="3974147" y="2755210"/>
              <a:ext cx="124383" cy="125334"/>
            </a:xfrm>
            <a:custGeom>
              <a:avLst/>
              <a:gdLst>
                <a:gd name="connsiteX0" fmla="*/ 117848 w 124383"/>
                <a:gd name="connsiteY0" fmla="*/ 89500 h 125334"/>
                <a:gd name="connsiteX1" fmla="*/ 118466 w 124383"/>
                <a:gd name="connsiteY1" fmla="*/ 88141 h 125334"/>
                <a:gd name="connsiteX2" fmla="*/ 88947 w 124383"/>
                <a:gd name="connsiteY2" fmla="*/ 5916 h 125334"/>
                <a:gd name="connsiteX3" fmla="*/ 6721 w 124383"/>
                <a:gd name="connsiteY3" fmla="*/ 35438 h 125334"/>
                <a:gd name="connsiteX4" fmla="*/ 5973 w 124383"/>
                <a:gd name="connsiteY4" fmla="*/ 37084 h 125334"/>
                <a:gd name="connsiteX5" fmla="*/ 5263 w 124383"/>
                <a:gd name="connsiteY5" fmla="*/ 38628 h 125334"/>
                <a:gd name="connsiteX6" fmla="*/ 36873 w 124383"/>
                <a:gd name="connsiteY6" fmla="*/ 120073 h 125334"/>
                <a:gd name="connsiteX7" fmla="*/ 117848 w 124383"/>
                <a:gd name="connsiteY7" fmla="*/ 89500 h 125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383" h="125334">
                  <a:moveTo>
                    <a:pt x="117848" y="89500"/>
                  </a:moveTo>
                  <a:lnTo>
                    <a:pt x="118466" y="88141"/>
                  </a:lnTo>
                  <a:cubicBezTo>
                    <a:pt x="133020" y="57285"/>
                    <a:pt x="119803" y="20470"/>
                    <a:pt x="88947" y="5916"/>
                  </a:cubicBezTo>
                  <a:cubicBezTo>
                    <a:pt x="58087" y="-8636"/>
                    <a:pt x="21275" y="4581"/>
                    <a:pt x="6721" y="35438"/>
                  </a:cubicBezTo>
                  <a:cubicBezTo>
                    <a:pt x="6465" y="35981"/>
                    <a:pt x="6214" y="36531"/>
                    <a:pt x="5973" y="37084"/>
                  </a:cubicBezTo>
                  <a:lnTo>
                    <a:pt x="5263" y="38628"/>
                  </a:lnTo>
                  <a:cubicBezTo>
                    <a:pt x="-8497" y="69846"/>
                    <a:pt x="5655" y="106312"/>
                    <a:pt x="36873" y="120073"/>
                  </a:cubicBezTo>
                  <a:cubicBezTo>
                    <a:pt x="67687" y="133654"/>
                    <a:pt x="103698" y="120057"/>
                    <a:pt x="117848" y="89500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421FD1-EC5C-8E93-5282-F4310C37766F}"/>
                </a:ext>
              </a:extLst>
            </p:cNvPr>
            <p:cNvSpPr/>
            <p:nvPr/>
          </p:nvSpPr>
          <p:spPr>
            <a:xfrm>
              <a:off x="5434184" y="2306011"/>
              <a:ext cx="129566" cy="127268"/>
            </a:xfrm>
            <a:custGeom>
              <a:avLst/>
              <a:gdLst>
                <a:gd name="connsiteX0" fmla="*/ 31780 w 129566"/>
                <a:gd name="connsiteY0" fmla="*/ 115819 h 127268"/>
                <a:gd name="connsiteX1" fmla="*/ 33077 w 129566"/>
                <a:gd name="connsiteY1" fmla="*/ 116591 h 127268"/>
                <a:gd name="connsiteX2" fmla="*/ 118889 w 129566"/>
                <a:gd name="connsiteY2" fmla="*/ 100196 h 127268"/>
                <a:gd name="connsiteX3" fmla="*/ 102494 w 129566"/>
                <a:gd name="connsiteY3" fmla="*/ 14384 h 127268"/>
                <a:gd name="connsiteX4" fmla="*/ 97941 w 129566"/>
                <a:gd name="connsiteY4" fmla="*/ 11574 h 127268"/>
                <a:gd name="connsiteX5" fmla="*/ 96490 w 129566"/>
                <a:gd name="connsiteY5" fmla="*/ 10678 h 127268"/>
                <a:gd name="connsiteX6" fmla="*/ 10678 w 129566"/>
                <a:gd name="connsiteY6" fmla="*/ 27073 h 127268"/>
                <a:gd name="connsiteX7" fmla="*/ 27073 w 129566"/>
                <a:gd name="connsiteY7" fmla="*/ 112885 h 127268"/>
                <a:gd name="connsiteX8" fmla="*/ 31626 w 129566"/>
                <a:gd name="connsiteY8" fmla="*/ 115695 h 12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566" h="127268">
                  <a:moveTo>
                    <a:pt x="31780" y="115819"/>
                  </a:moveTo>
                  <a:lnTo>
                    <a:pt x="33077" y="116591"/>
                  </a:lnTo>
                  <a:cubicBezTo>
                    <a:pt x="61302" y="135760"/>
                    <a:pt x="99720" y="128418"/>
                    <a:pt x="118889" y="100196"/>
                  </a:cubicBezTo>
                  <a:cubicBezTo>
                    <a:pt x="138058" y="71971"/>
                    <a:pt x="130716" y="33553"/>
                    <a:pt x="102494" y="14384"/>
                  </a:cubicBezTo>
                  <a:cubicBezTo>
                    <a:pt x="101018" y="13384"/>
                    <a:pt x="99498" y="12445"/>
                    <a:pt x="97941" y="11574"/>
                  </a:cubicBezTo>
                  <a:lnTo>
                    <a:pt x="96490" y="10678"/>
                  </a:lnTo>
                  <a:cubicBezTo>
                    <a:pt x="68268" y="-8491"/>
                    <a:pt x="29847" y="-1149"/>
                    <a:pt x="10678" y="27073"/>
                  </a:cubicBezTo>
                  <a:cubicBezTo>
                    <a:pt x="-8491" y="55298"/>
                    <a:pt x="-1149" y="93716"/>
                    <a:pt x="27073" y="112885"/>
                  </a:cubicBezTo>
                  <a:cubicBezTo>
                    <a:pt x="28549" y="113885"/>
                    <a:pt x="30069" y="114824"/>
                    <a:pt x="31626" y="115695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A09B4C-1836-C15D-5262-8FCB99672187}"/>
                </a:ext>
              </a:extLst>
            </p:cNvPr>
            <p:cNvSpPr/>
            <p:nvPr/>
          </p:nvSpPr>
          <p:spPr>
            <a:xfrm>
              <a:off x="4137436" y="3847592"/>
              <a:ext cx="125545" cy="125739"/>
            </a:xfrm>
            <a:custGeom>
              <a:avLst/>
              <a:gdLst>
                <a:gd name="connsiteX0" fmla="*/ 109090 w 125545"/>
                <a:gd name="connsiteY0" fmla="*/ 22058 h 125739"/>
                <a:gd name="connsiteX1" fmla="*/ 22058 w 125545"/>
                <a:gd name="connsiteY1" fmla="*/ 14463 h 125739"/>
                <a:gd name="connsiteX2" fmla="*/ 14463 w 125545"/>
                <a:gd name="connsiteY2" fmla="*/ 101495 h 125739"/>
                <a:gd name="connsiteX3" fmla="*/ 16427 w 125545"/>
                <a:gd name="connsiteY3" fmla="*/ 103725 h 125739"/>
                <a:gd name="connsiteX4" fmla="*/ 16427 w 125545"/>
                <a:gd name="connsiteY4" fmla="*/ 103725 h 125739"/>
                <a:gd name="connsiteX5" fmla="*/ 17138 w 125545"/>
                <a:gd name="connsiteY5" fmla="*/ 104528 h 125739"/>
                <a:gd name="connsiteX6" fmla="*/ 17416 w 125545"/>
                <a:gd name="connsiteY6" fmla="*/ 104837 h 125739"/>
                <a:gd name="connsiteX7" fmla="*/ 104642 w 125545"/>
                <a:gd name="connsiteY7" fmla="*/ 110273 h 125739"/>
                <a:gd name="connsiteX8" fmla="*/ 110078 w 125545"/>
                <a:gd name="connsiteY8" fmla="*/ 23047 h 12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545" h="125739">
                  <a:moveTo>
                    <a:pt x="109090" y="22058"/>
                  </a:moveTo>
                  <a:cubicBezTo>
                    <a:pt x="87154" y="-4073"/>
                    <a:pt x="48189" y="-7473"/>
                    <a:pt x="22058" y="14463"/>
                  </a:cubicBezTo>
                  <a:cubicBezTo>
                    <a:pt x="-4073" y="36399"/>
                    <a:pt x="-7473" y="75364"/>
                    <a:pt x="14463" y="101495"/>
                  </a:cubicBezTo>
                  <a:cubicBezTo>
                    <a:pt x="15099" y="102255"/>
                    <a:pt x="15754" y="102996"/>
                    <a:pt x="16427" y="103725"/>
                  </a:cubicBezTo>
                  <a:lnTo>
                    <a:pt x="16427" y="103725"/>
                  </a:lnTo>
                  <a:lnTo>
                    <a:pt x="17138" y="104528"/>
                  </a:lnTo>
                  <a:lnTo>
                    <a:pt x="17416" y="104837"/>
                  </a:lnTo>
                  <a:cubicBezTo>
                    <a:pt x="40001" y="130424"/>
                    <a:pt x="79055" y="132858"/>
                    <a:pt x="104642" y="110273"/>
                  </a:cubicBezTo>
                  <a:cubicBezTo>
                    <a:pt x="130229" y="87688"/>
                    <a:pt x="132663" y="48634"/>
                    <a:pt x="110078" y="23047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2E8F001-79EF-5992-5E08-7AA480ADC627}"/>
                </a:ext>
              </a:extLst>
            </p:cNvPr>
            <p:cNvSpPr/>
            <p:nvPr/>
          </p:nvSpPr>
          <p:spPr>
            <a:xfrm>
              <a:off x="4901525" y="2156537"/>
              <a:ext cx="125403" cy="123550"/>
            </a:xfrm>
            <a:custGeom>
              <a:avLst/>
              <a:gdLst>
                <a:gd name="connsiteX0" fmla="*/ 62053 w 125403"/>
                <a:gd name="connsiteY0" fmla="*/ 123550 h 123550"/>
                <a:gd name="connsiteX1" fmla="*/ 63629 w 125403"/>
                <a:gd name="connsiteY1" fmla="*/ 123550 h 123550"/>
                <a:gd name="connsiteX2" fmla="*/ 125404 w 125403"/>
                <a:gd name="connsiteY2" fmla="*/ 61775 h 123550"/>
                <a:gd name="connsiteX3" fmla="*/ 63629 w 125403"/>
                <a:gd name="connsiteY3" fmla="*/ 0 h 123550"/>
                <a:gd name="connsiteX4" fmla="*/ 61590 w 125403"/>
                <a:gd name="connsiteY4" fmla="*/ 0 h 123550"/>
                <a:gd name="connsiteX5" fmla="*/ 0 w 125403"/>
                <a:gd name="connsiteY5" fmla="*/ 61960 h 123550"/>
                <a:gd name="connsiteX6" fmla="*/ 61961 w 125403"/>
                <a:gd name="connsiteY6" fmla="*/ 123550 h 12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403" h="123550">
                  <a:moveTo>
                    <a:pt x="62053" y="123550"/>
                  </a:moveTo>
                  <a:lnTo>
                    <a:pt x="63629" y="123550"/>
                  </a:lnTo>
                  <a:cubicBezTo>
                    <a:pt x="97747" y="123550"/>
                    <a:pt x="125404" y="95893"/>
                    <a:pt x="125404" y="61775"/>
                  </a:cubicBezTo>
                  <a:cubicBezTo>
                    <a:pt x="125404" y="27657"/>
                    <a:pt x="97747" y="0"/>
                    <a:pt x="63629" y="0"/>
                  </a:cubicBezTo>
                  <a:lnTo>
                    <a:pt x="61590" y="0"/>
                  </a:lnTo>
                  <a:cubicBezTo>
                    <a:pt x="27472" y="102"/>
                    <a:pt x="-102" y="27842"/>
                    <a:pt x="0" y="61960"/>
                  </a:cubicBezTo>
                  <a:cubicBezTo>
                    <a:pt x="102" y="96079"/>
                    <a:pt x="27842" y="123652"/>
                    <a:pt x="61961" y="123550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D44EFA-72EF-82A8-A359-2A29D4F8B697}"/>
                </a:ext>
              </a:extLst>
            </p:cNvPr>
            <p:cNvSpPr/>
            <p:nvPr/>
          </p:nvSpPr>
          <p:spPr>
            <a:xfrm>
              <a:off x="5914535" y="3304193"/>
              <a:ext cx="123740" cy="125156"/>
            </a:xfrm>
            <a:custGeom>
              <a:avLst/>
              <a:gdLst>
                <a:gd name="connsiteX0" fmla="*/ 69752 w 123740"/>
                <a:gd name="connsiteY0" fmla="*/ 494 h 125156"/>
                <a:gd name="connsiteX1" fmla="*/ 61969 w 123740"/>
                <a:gd name="connsiteY1" fmla="*/ 0 h 125156"/>
                <a:gd name="connsiteX2" fmla="*/ 688 w 123740"/>
                <a:gd name="connsiteY2" fmla="*/ 54022 h 125156"/>
                <a:gd name="connsiteX3" fmla="*/ 503 w 123740"/>
                <a:gd name="connsiteY3" fmla="*/ 55536 h 125156"/>
                <a:gd name="connsiteX4" fmla="*/ 53969 w 123740"/>
                <a:gd name="connsiteY4" fmla="*/ 124628 h 125156"/>
                <a:gd name="connsiteX5" fmla="*/ 54000 w 123740"/>
                <a:gd name="connsiteY5" fmla="*/ 124631 h 125156"/>
                <a:gd name="connsiteX6" fmla="*/ 61907 w 123740"/>
                <a:gd name="connsiteY6" fmla="*/ 125156 h 125156"/>
                <a:gd name="connsiteX7" fmla="*/ 123033 w 123740"/>
                <a:gd name="connsiteY7" fmla="*/ 71412 h 125156"/>
                <a:gd name="connsiteX8" fmla="*/ 123250 w 123740"/>
                <a:gd name="connsiteY8" fmla="*/ 69775 h 125156"/>
                <a:gd name="connsiteX9" fmla="*/ 123250 w 123740"/>
                <a:gd name="connsiteY9" fmla="*/ 69497 h 125156"/>
                <a:gd name="connsiteX10" fmla="*/ 69752 w 123740"/>
                <a:gd name="connsiteY10" fmla="*/ 494 h 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740" h="125156">
                  <a:moveTo>
                    <a:pt x="69752" y="494"/>
                  </a:moveTo>
                  <a:cubicBezTo>
                    <a:pt x="67170" y="164"/>
                    <a:pt x="64573" y="-3"/>
                    <a:pt x="61969" y="0"/>
                  </a:cubicBezTo>
                  <a:cubicBezTo>
                    <a:pt x="30853" y="3"/>
                    <a:pt x="4592" y="23150"/>
                    <a:pt x="688" y="54022"/>
                  </a:cubicBezTo>
                  <a:lnTo>
                    <a:pt x="503" y="55536"/>
                  </a:lnTo>
                  <a:cubicBezTo>
                    <a:pt x="-3812" y="89379"/>
                    <a:pt x="20126" y="120313"/>
                    <a:pt x="53969" y="124628"/>
                  </a:cubicBezTo>
                  <a:cubicBezTo>
                    <a:pt x="53978" y="124628"/>
                    <a:pt x="53991" y="124631"/>
                    <a:pt x="54000" y="124631"/>
                  </a:cubicBezTo>
                  <a:cubicBezTo>
                    <a:pt x="56622" y="124974"/>
                    <a:pt x="59263" y="125147"/>
                    <a:pt x="61907" y="125156"/>
                  </a:cubicBezTo>
                  <a:cubicBezTo>
                    <a:pt x="92872" y="125095"/>
                    <a:pt x="119009" y="102114"/>
                    <a:pt x="123033" y="71412"/>
                  </a:cubicBezTo>
                  <a:lnTo>
                    <a:pt x="123250" y="69775"/>
                  </a:lnTo>
                  <a:lnTo>
                    <a:pt x="123250" y="69497"/>
                  </a:lnTo>
                  <a:cubicBezTo>
                    <a:pt x="127509" y="35675"/>
                    <a:pt x="103568" y="4794"/>
                    <a:pt x="69752" y="494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D1157E3-A3DC-52B3-18FC-1BF918AC278C}"/>
                </a:ext>
              </a:extLst>
            </p:cNvPr>
            <p:cNvSpPr/>
            <p:nvPr/>
          </p:nvSpPr>
          <p:spPr>
            <a:xfrm>
              <a:off x="5682020" y="3831566"/>
              <a:ext cx="124632" cy="124833"/>
            </a:xfrm>
            <a:custGeom>
              <a:avLst/>
              <a:gdLst>
                <a:gd name="connsiteX0" fmla="*/ 62920 w 124632"/>
                <a:gd name="connsiteY0" fmla="*/ 0 h 124833"/>
                <a:gd name="connsiteX1" fmla="*/ 15631 w 124632"/>
                <a:gd name="connsiteY1" fmla="*/ 21961 h 124833"/>
                <a:gd name="connsiteX2" fmla="*/ 14643 w 124632"/>
                <a:gd name="connsiteY2" fmla="*/ 23104 h 124833"/>
                <a:gd name="connsiteX3" fmla="*/ 21855 w 124632"/>
                <a:gd name="connsiteY3" fmla="*/ 110191 h 124833"/>
                <a:gd name="connsiteX4" fmla="*/ 108942 w 124632"/>
                <a:gd name="connsiteY4" fmla="*/ 102979 h 124833"/>
                <a:gd name="connsiteX5" fmla="*/ 109128 w 124632"/>
                <a:gd name="connsiteY5" fmla="*/ 102763 h 124833"/>
                <a:gd name="connsiteX6" fmla="*/ 110116 w 124632"/>
                <a:gd name="connsiteY6" fmla="*/ 101558 h 124833"/>
                <a:gd name="connsiteX7" fmla="*/ 102638 w 124632"/>
                <a:gd name="connsiteY7" fmla="*/ 14514 h 124833"/>
                <a:gd name="connsiteX8" fmla="*/ 62920 w 124632"/>
                <a:gd name="connsiteY8" fmla="*/ 0 h 12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632" h="124833">
                  <a:moveTo>
                    <a:pt x="62920" y="0"/>
                  </a:moveTo>
                  <a:cubicBezTo>
                    <a:pt x="44690" y="-16"/>
                    <a:pt x="27381" y="8021"/>
                    <a:pt x="15631" y="21961"/>
                  </a:cubicBezTo>
                  <a:lnTo>
                    <a:pt x="14643" y="23104"/>
                  </a:lnTo>
                  <a:cubicBezTo>
                    <a:pt x="-7414" y="49145"/>
                    <a:pt x="-4186" y="88134"/>
                    <a:pt x="21855" y="110191"/>
                  </a:cubicBezTo>
                  <a:cubicBezTo>
                    <a:pt x="47896" y="132248"/>
                    <a:pt x="86885" y="129020"/>
                    <a:pt x="108942" y="102979"/>
                  </a:cubicBezTo>
                  <a:lnTo>
                    <a:pt x="109128" y="102763"/>
                  </a:lnTo>
                  <a:lnTo>
                    <a:pt x="110116" y="101558"/>
                  </a:lnTo>
                  <a:cubicBezTo>
                    <a:pt x="132086" y="75458"/>
                    <a:pt x="128741" y="36487"/>
                    <a:pt x="102638" y="14514"/>
                  </a:cubicBezTo>
                  <a:cubicBezTo>
                    <a:pt x="91519" y="5155"/>
                    <a:pt x="77456" y="15"/>
                    <a:pt x="62920" y="0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7D9B13B-82F0-B007-CBA9-5C639B120CFE}"/>
                </a:ext>
              </a:extLst>
            </p:cNvPr>
            <p:cNvSpPr/>
            <p:nvPr/>
          </p:nvSpPr>
          <p:spPr>
            <a:xfrm>
              <a:off x="4625423" y="4156577"/>
              <a:ext cx="125137" cy="123908"/>
            </a:xfrm>
            <a:custGeom>
              <a:avLst/>
              <a:gdLst>
                <a:gd name="connsiteX0" fmla="*/ 80122 w 125137"/>
                <a:gd name="connsiteY0" fmla="*/ 2799 h 123908"/>
                <a:gd name="connsiteX1" fmla="*/ 78670 w 125137"/>
                <a:gd name="connsiteY1" fmla="*/ 2366 h 123908"/>
                <a:gd name="connsiteX2" fmla="*/ 2369 w 125137"/>
                <a:gd name="connsiteY2" fmla="*/ 44914 h 123908"/>
                <a:gd name="connsiteX3" fmla="*/ 2347 w 125137"/>
                <a:gd name="connsiteY3" fmla="*/ 44991 h 123908"/>
                <a:gd name="connsiteX4" fmla="*/ 44787 w 125137"/>
                <a:gd name="connsiteY4" fmla="*/ 121190 h 123908"/>
                <a:gd name="connsiteX5" fmla="*/ 45250 w 125137"/>
                <a:gd name="connsiteY5" fmla="*/ 121190 h 123908"/>
                <a:gd name="connsiteX6" fmla="*/ 45960 w 125137"/>
                <a:gd name="connsiteY6" fmla="*/ 121407 h 123908"/>
                <a:gd name="connsiteX7" fmla="*/ 46733 w 125137"/>
                <a:gd name="connsiteY7" fmla="*/ 121623 h 123908"/>
                <a:gd name="connsiteX8" fmla="*/ 63412 w 125137"/>
                <a:gd name="connsiteY8" fmla="*/ 123909 h 123908"/>
                <a:gd name="connsiteX9" fmla="*/ 125137 w 125137"/>
                <a:gd name="connsiteY9" fmla="*/ 62084 h 123908"/>
                <a:gd name="connsiteX10" fmla="*/ 80122 w 125137"/>
                <a:gd name="connsiteY10" fmla="*/ 2675 h 123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137" h="123908">
                  <a:moveTo>
                    <a:pt x="80122" y="2799"/>
                  </a:moveTo>
                  <a:lnTo>
                    <a:pt x="78670" y="2366"/>
                  </a:lnTo>
                  <a:cubicBezTo>
                    <a:pt x="45852" y="-6956"/>
                    <a:pt x="11691" y="12096"/>
                    <a:pt x="2369" y="44914"/>
                  </a:cubicBezTo>
                  <a:cubicBezTo>
                    <a:pt x="2363" y="44941"/>
                    <a:pt x="2353" y="44966"/>
                    <a:pt x="2347" y="44991"/>
                  </a:cubicBezTo>
                  <a:cubicBezTo>
                    <a:pt x="-6916" y="77744"/>
                    <a:pt x="12061" y="111822"/>
                    <a:pt x="44787" y="121190"/>
                  </a:cubicBezTo>
                  <a:lnTo>
                    <a:pt x="45250" y="121190"/>
                  </a:lnTo>
                  <a:lnTo>
                    <a:pt x="45960" y="121407"/>
                  </a:lnTo>
                  <a:lnTo>
                    <a:pt x="46733" y="121623"/>
                  </a:lnTo>
                  <a:cubicBezTo>
                    <a:pt x="52163" y="123136"/>
                    <a:pt x="57775" y="123905"/>
                    <a:pt x="63412" y="123909"/>
                  </a:cubicBezTo>
                  <a:cubicBezTo>
                    <a:pt x="97530" y="123881"/>
                    <a:pt x="125165" y="96202"/>
                    <a:pt x="125137" y="62084"/>
                  </a:cubicBezTo>
                  <a:cubicBezTo>
                    <a:pt x="125116" y="34440"/>
                    <a:pt x="106731" y="10175"/>
                    <a:pt x="80122" y="2675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4916879-E959-CEDD-A1A2-5C5A19F2BFC0}"/>
                </a:ext>
              </a:extLst>
            </p:cNvPr>
            <p:cNvSpPr/>
            <p:nvPr/>
          </p:nvSpPr>
          <p:spPr>
            <a:xfrm>
              <a:off x="5201450" y="4150171"/>
              <a:ext cx="125228" cy="124052"/>
            </a:xfrm>
            <a:custGeom>
              <a:avLst/>
              <a:gdLst>
                <a:gd name="connsiteX0" fmla="*/ 63313 w 125228"/>
                <a:gd name="connsiteY0" fmla="*/ 0 h 124052"/>
                <a:gd name="connsiteX1" fmla="*/ 45151 w 125228"/>
                <a:gd name="connsiteY1" fmla="*/ 2749 h 124052"/>
                <a:gd name="connsiteX2" fmla="*/ 43699 w 125228"/>
                <a:gd name="connsiteY2" fmla="*/ 3182 h 124052"/>
                <a:gd name="connsiteX3" fmla="*/ 2727 w 125228"/>
                <a:gd name="connsiteY3" fmla="*/ 80354 h 124052"/>
                <a:gd name="connsiteX4" fmla="*/ 79899 w 125228"/>
                <a:gd name="connsiteY4" fmla="*/ 121326 h 124052"/>
                <a:gd name="connsiteX5" fmla="*/ 80208 w 125228"/>
                <a:gd name="connsiteY5" fmla="*/ 121326 h 124052"/>
                <a:gd name="connsiteX6" fmla="*/ 81660 w 125228"/>
                <a:gd name="connsiteY6" fmla="*/ 120894 h 124052"/>
                <a:gd name="connsiteX7" fmla="*/ 122462 w 125228"/>
                <a:gd name="connsiteY7" fmla="*/ 43644 h 124052"/>
                <a:gd name="connsiteX8" fmla="*/ 63313 w 125228"/>
                <a:gd name="connsiteY8" fmla="*/ 93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28" h="124052">
                  <a:moveTo>
                    <a:pt x="63313" y="0"/>
                  </a:moveTo>
                  <a:cubicBezTo>
                    <a:pt x="57157" y="6"/>
                    <a:pt x="51035" y="933"/>
                    <a:pt x="45151" y="2749"/>
                  </a:cubicBezTo>
                  <a:lnTo>
                    <a:pt x="43699" y="3182"/>
                  </a:lnTo>
                  <a:cubicBezTo>
                    <a:pt x="11076" y="13177"/>
                    <a:pt x="-7269" y="47731"/>
                    <a:pt x="2727" y="80354"/>
                  </a:cubicBezTo>
                  <a:cubicBezTo>
                    <a:pt x="12722" y="112977"/>
                    <a:pt x="47276" y="131321"/>
                    <a:pt x="79899" y="121326"/>
                  </a:cubicBezTo>
                  <a:lnTo>
                    <a:pt x="80208" y="121326"/>
                  </a:lnTo>
                  <a:lnTo>
                    <a:pt x="81660" y="120894"/>
                  </a:lnTo>
                  <a:cubicBezTo>
                    <a:pt x="114258" y="110831"/>
                    <a:pt x="132528" y="76243"/>
                    <a:pt x="122462" y="43644"/>
                  </a:cubicBezTo>
                  <a:cubicBezTo>
                    <a:pt x="114456" y="17708"/>
                    <a:pt x="90456" y="37"/>
                    <a:pt x="63313" y="93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2C4497F-7D1C-E0EA-8A37-618177DFF9AD}"/>
                </a:ext>
              </a:extLst>
            </p:cNvPr>
            <p:cNvSpPr/>
            <p:nvPr/>
          </p:nvSpPr>
          <p:spPr>
            <a:xfrm>
              <a:off x="5823296" y="2736998"/>
              <a:ext cx="123639" cy="123642"/>
            </a:xfrm>
            <a:custGeom>
              <a:avLst/>
              <a:gdLst>
                <a:gd name="connsiteX0" fmla="*/ 117532 w 123639"/>
                <a:gd name="connsiteY0" fmla="*/ 35220 h 123642"/>
                <a:gd name="connsiteX1" fmla="*/ 116636 w 123639"/>
                <a:gd name="connsiteY1" fmla="*/ 33367 h 123642"/>
                <a:gd name="connsiteX2" fmla="*/ 33367 w 123639"/>
                <a:gd name="connsiteY2" fmla="*/ 6939 h 123642"/>
                <a:gd name="connsiteX3" fmla="*/ 5441 w 123639"/>
                <a:gd name="connsiteY3" fmla="*/ 87111 h 123642"/>
                <a:gd name="connsiteX4" fmla="*/ 6090 w 123639"/>
                <a:gd name="connsiteY4" fmla="*/ 88470 h 123642"/>
                <a:gd name="connsiteX5" fmla="*/ 88467 w 123639"/>
                <a:gd name="connsiteY5" fmla="*/ 117597 h 123642"/>
                <a:gd name="connsiteX6" fmla="*/ 117594 w 123639"/>
                <a:gd name="connsiteY6" fmla="*/ 35220 h 123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639" h="123642">
                  <a:moveTo>
                    <a:pt x="117532" y="35220"/>
                  </a:moveTo>
                  <a:lnTo>
                    <a:pt x="116636" y="33367"/>
                  </a:lnTo>
                  <a:cubicBezTo>
                    <a:pt x="100939" y="3075"/>
                    <a:pt x="63658" y="-8758"/>
                    <a:pt x="33367" y="6939"/>
                  </a:cubicBezTo>
                  <a:cubicBezTo>
                    <a:pt x="4261" y="22018"/>
                    <a:pt x="-7998" y="57212"/>
                    <a:pt x="5441" y="87111"/>
                  </a:cubicBezTo>
                  <a:lnTo>
                    <a:pt x="6090" y="88470"/>
                  </a:lnTo>
                  <a:cubicBezTo>
                    <a:pt x="20795" y="119262"/>
                    <a:pt x="57675" y="132302"/>
                    <a:pt x="88467" y="117597"/>
                  </a:cubicBezTo>
                  <a:cubicBezTo>
                    <a:pt x="119259" y="102891"/>
                    <a:pt x="132299" y="66012"/>
                    <a:pt x="117594" y="35220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8B80D0F-EC26-079A-3177-0BCED6CD16AB}"/>
                </a:ext>
              </a:extLst>
            </p:cNvPr>
            <p:cNvSpPr/>
            <p:nvPr/>
          </p:nvSpPr>
          <p:spPr>
            <a:xfrm>
              <a:off x="4440066" y="2726319"/>
              <a:ext cx="580067" cy="264180"/>
            </a:xfrm>
            <a:custGeom>
              <a:avLst/>
              <a:gdLst>
                <a:gd name="connsiteX0" fmla="*/ 30888 w 580067"/>
                <a:gd name="connsiteY0" fmla="*/ 92910 h 264180"/>
                <a:gd name="connsiteX1" fmla="*/ 237556 w 580067"/>
                <a:gd name="connsiteY1" fmla="*/ 233293 h 264180"/>
                <a:gd name="connsiteX2" fmla="*/ 268443 w 580067"/>
                <a:gd name="connsiteY2" fmla="*/ 264181 h 264180"/>
                <a:gd name="connsiteX3" fmla="*/ 299331 w 580067"/>
                <a:gd name="connsiteY3" fmla="*/ 233293 h 264180"/>
                <a:gd name="connsiteX4" fmla="*/ 549180 w 580067"/>
                <a:gd name="connsiteY4" fmla="*/ 61775 h 264180"/>
                <a:gd name="connsiteX5" fmla="*/ 580067 w 580067"/>
                <a:gd name="connsiteY5" fmla="*/ 30887 h 264180"/>
                <a:gd name="connsiteX6" fmla="*/ 549180 w 580067"/>
                <a:gd name="connsiteY6" fmla="*/ 0 h 264180"/>
                <a:gd name="connsiteX7" fmla="*/ 266034 w 580067"/>
                <a:gd name="connsiteY7" fmla="*/ 135905 h 264180"/>
                <a:gd name="connsiteX8" fmla="*/ 30888 w 580067"/>
                <a:gd name="connsiteY8" fmla="*/ 31166 h 264180"/>
                <a:gd name="connsiteX9" fmla="*/ 0 w 580067"/>
                <a:gd name="connsiteY9" fmla="*/ 62053 h 264180"/>
                <a:gd name="connsiteX10" fmla="*/ 30888 w 580067"/>
                <a:gd name="connsiteY10" fmla="*/ 92941 h 26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0067" h="264180">
                  <a:moveTo>
                    <a:pt x="30888" y="92910"/>
                  </a:moveTo>
                  <a:cubicBezTo>
                    <a:pt x="144832" y="92910"/>
                    <a:pt x="237556" y="155889"/>
                    <a:pt x="237556" y="233293"/>
                  </a:cubicBezTo>
                  <a:cubicBezTo>
                    <a:pt x="237556" y="250352"/>
                    <a:pt x="251384" y="264181"/>
                    <a:pt x="268443" y="264181"/>
                  </a:cubicBezTo>
                  <a:cubicBezTo>
                    <a:pt x="285502" y="264181"/>
                    <a:pt x="299331" y="250352"/>
                    <a:pt x="299331" y="233293"/>
                  </a:cubicBezTo>
                  <a:cubicBezTo>
                    <a:pt x="299331" y="138716"/>
                    <a:pt x="411422" y="61775"/>
                    <a:pt x="549180" y="61775"/>
                  </a:cubicBezTo>
                  <a:cubicBezTo>
                    <a:pt x="566239" y="61775"/>
                    <a:pt x="580067" y="47947"/>
                    <a:pt x="580067" y="30887"/>
                  </a:cubicBezTo>
                  <a:cubicBezTo>
                    <a:pt x="580067" y="13828"/>
                    <a:pt x="566239" y="0"/>
                    <a:pt x="549180" y="0"/>
                  </a:cubicBezTo>
                  <a:cubicBezTo>
                    <a:pt x="423776" y="0"/>
                    <a:pt x="315423" y="55598"/>
                    <a:pt x="266034" y="135905"/>
                  </a:cubicBezTo>
                  <a:cubicBezTo>
                    <a:pt x="208166" y="66374"/>
                    <a:pt x="121280" y="27672"/>
                    <a:pt x="30888" y="31166"/>
                  </a:cubicBezTo>
                  <a:cubicBezTo>
                    <a:pt x="13828" y="31166"/>
                    <a:pt x="0" y="44994"/>
                    <a:pt x="0" y="62053"/>
                  </a:cubicBezTo>
                  <a:cubicBezTo>
                    <a:pt x="0" y="79112"/>
                    <a:pt x="13828" y="92941"/>
                    <a:pt x="30888" y="92941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E47F2A1-51F1-FADC-150B-AD58C91F91EA}"/>
                </a:ext>
              </a:extLst>
            </p:cNvPr>
            <p:cNvSpPr/>
            <p:nvPr/>
          </p:nvSpPr>
          <p:spPr>
            <a:xfrm>
              <a:off x="4996041" y="2941679"/>
              <a:ext cx="423560" cy="203258"/>
            </a:xfrm>
            <a:custGeom>
              <a:avLst/>
              <a:gdLst>
                <a:gd name="connsiteX0" fmla="*/ 0 w 423560"/>
                <a:gd name="connsiteY0" fmla="*/ 52805 h 203258"/>
                <a:gd name="connsiteX1" fmla="*/ 30888 w 423560"/>
                <a:gd name="connsiteY1" fmla="*/ 83693 h 203258"/>
                <a:gd name="connsiteX2" fmla="*/ 165804 w 423560"/>
                <a:gd name="connsiteY2" fmla="*/ 172371 h 203258"/>
                <a:gd name="connsiteX3" fmla="*/ 196692 w 423560"/>
                <a:gd name="connsiteY3" fmla="*/ 203258 h 203258"/>
                <a:gd name="connsiteX4" fmla="*/ 227579 w 423560"/>
                <a:gd name="connsiteY4" fmla="*/ 172371 h 203258"/>
                <a:gd name="connsiteX5" fmla="*/ 392673 w 423560"/>
                <a:gd name="connsiteY5" fmla="*/ 61948 h 203258"/>
                <a:gd name="connsiteX6" fmla="*/ 423560 w 423560"/>
                <a:gd name="connsiteY6" fmla="*/ 31060 h 203258"/>
                <a:gd name="connsiteX7" fmla="*/ 392673 w 423560"/>
                <a:gd name="connsiteY7" fmla="*/ 173 h 203258"/>
                <a:gd name="connsiteX8" fmla="*/ 194375 w 423560"/>
                <a:gd name="connsiteY8" fmla="*/ 88789 h 203258"/>
                <a:gd name="connsiteX9" fmla="*/ 30888 w 423560"/>
                <a:gd name="connsiteY9" fmla="*/ 21918 h 203258"/>
                <a:gd name="connsiteX10" fmla="*/ 0 w 423560"/>
                <a:gd name="connsiteY10" fmla="*/ 52805 h 20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3560" h="203258">
                  <a:moveTo>
                    <a:pt x="0" y="52805"/>
                  </a:moveTo>
                  <a:cubicBezTo>
                    <a:pt x="0" y="69864"/>
                    <a:pt x="13828" y="83693"/>
                    <a:pt x="30888" y="83693"/>
                  </a:cubicBezTo>
                  <a:cubicBezTo>
                    <a:pt x="104029" y="83693"/>
                    <a:pt x="165804" y="124310"/>
                    <a:pt x="165804" y="172371"/>
                  </a:cubicBezTo>
                  <a:cubicBezTo>
                    <a:pt x="165804" y="189430"/>
                    <a:pt x="179632" y="203258"/>
                    <a:pt x="196692" y="203258"/>
                  </a:cubicBezTo>
                  <a:cubicBezTo>
                    <a:pt x="213751" y="203258"/>
                    <a:pt x="227579" y="189430"/>
                    <a:pt x="227579" y="172371"/>
                  </a:cubicBezTo>
                  <a:cubicBezTo>
                    <a:pt x="227579" y="112542"/>
                    <a:pt x="303192" y="61948"/>
                    <a:pt x="392673" y="61948"/>
                  </a:cubicBezTo>
                  <a:cubicBezTo>
                    <a:pt x="409732" y="61948"/>
                    <a:pt x="423560" y="48120"/>
                    <a:pt x="423560" y="31060"/>
                  </a:cubicBezTo>
                  <a:cubicBezTo>
                    <a:pt x="423560" y="14001"/>
                    <a:pt x="409732" y="173"/>
                    <a:pt x="392673" y="173"/>
                  </a:cubicBezTo>
                  <a:cubicBezTo>
                    <a:pt x="316399" y="-2687"/>
                    <a:pt x="243125" y="30057"/>
                    <a:pt x="194375" y="88789"/>
                  </a:cubicBezTo>
                  <a:cubicBezTo>
                    <a:pt x="151760" y="44426"/>
                    <a:pt x="92378" y="20136"/>
                    <a:pt x="30888" y="21918"/>
                  </a:cubicBezTo>
                  <a:cubicBezTo>
                    <a:pt x="13828" y="21918"/>
                    <a:pt x="0" y="35746"/>
                    <a:pt x="0" y="52805"/>
                  </a:cubicBezTo>
                  <a:close/>
                </a:path>
              </a:pathLst>
            </a:custGeom>
            <a:solidFill>
              <a:srgbClr val="00B0F0"/>
            </a:solidFill>
            <a:ln w="308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/>
            </a:p>
          </p:txBody>
        </p:sp>
      </p:grpSp>
      <p:pic>
        <p:nvPicPr>
          <p:cNvPr id="7" name="Graphic 6" descr="Seahorse outline">
            <a:extLst>
              <a:ext uri="{FF2B5EF4-FFF2-40B4-BE49-F238E27FC236}">
                <a16:creationId xmlns:a16="http://schemas.microsoft.com/office/drawing/2014/main" id="{95DFC626-F1F9-4FFA-B04C-F98F1AA00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2175" y="540525"/>
            <a:ext cx="1309615" cy="1309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78BD0D-B08D-752F-FA7E-6645B3408974}"/>
              </a:ext>
            </a:extLst>
          </p:cNvPr>
          <p:cNvSpPr txBox="1"/>
          <p:nvPr/>
        </p:nvSpPr>
        <p:spPr>
          <a:xfrm>
            <a:off x="3965800" y="3093837"/>
            <a:ext cx="1996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400" dirty="0" err="1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  <a:latin typeface="Congenial Black" panose="02000503040000020004" pitchFamily="2" charset="0"/>
              </a:rPr>
              <a:t>SkipsWeb</a:t>
            </a:r>
            <a:endParaRPr lang="nb-NO" sz="2400" dirty="0">
              <a:ln w="3175">
                <a:solidFill>
                  <a:schemeClr val="tx1"/>
                </a:solidFill>
              </a:ln>
              <a:solidFill>
                <a:srgbClr val="FF0000"/>
              </a:solidFill>
              <a:latin typeface="Congenial Black" panose="0200050304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AA3B8-ED5E-398E-D4EE-69391871E144}"/>
              </a:ext>
            </a:extLst>
          </p:cNvPr>
          <p:cNvSpPr txBox="1"/>
          <p:nvPr/>
        </p:nvSpPr>
        <p:spPr>
          <a:xfrm>
            <a:off x="8958191" y="964499"/>
            <a:ext cx="2197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4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SkipsWeb</a:t>
            </a:r>
            <a:endParaRPr lang="nb-NO" sz="24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246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Congenial Black</vt:lpstr>
      <vt:lpstr>Rockwell Extra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Gerhard B Ihlen</dc:creator>
  <cp:lastModifiedBy>Gerhard B Ihlen</cp:lastModifiedBy>
  <cp:revision>1</cp:revision>
  <dcterms:created xsi:type="dcterms:W3CDTF">2025-10-04T07:09:05Z</dcterms:created>
  <dcterms:modified xsi:type="dcterms:W3CDTF">2025-10-04T07:36:15Z</dcterms:modified>
</cp:coreProperties>
</file>