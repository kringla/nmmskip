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1"/>
    <a:srgbClr val="A62828"/>
    <a:srgbClr val="C83C3C"/>
    <a:srgbClr val="E2E8F0"/>
    <a:srgbClr val="E5E7EB"/>
    <a:srgbClr val="6B7280"/>
    <a:srgbClr val="14213D"/>
    <a:srgbClr val="F5F9FC"/>
    <a:srgbClr val="002F63"/>
    <a:srgbClr val="005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97" d="100"/>
          <a:sy n="97" d="100"/>
        </p:scale>
        <p:origin x="82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C519-4192-A263-C719-673360EF9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AB7B0-26AC-7A67-4CF1-09A91B9A9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8E09D-D018-E78E-AD14-C4926D62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5DC81-831B-2848-364E-4CD5967C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0BF26-395C-3CF7-49A6-977F6FA7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4639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B6E1-1727-2BDE-3C51-35DC0FB7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EE138-E326-4DDD-0807-878B85066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0E9C4-5A80-9139-FB10-EF5C1563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8A78-6638-BCFF-0454-39388835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161DF-B7F9-D585-1AC9-E1A39113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142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8EA3A-E28D-511A-B41E-DB44CFB2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86F59-AEB2-9AB1-5F99-E1EA82ADD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0E203-D561-5E96-C749-38778BAF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ACAE6-1BD2-51F2-3DC3-1D8E09B2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63202-9F06-C68D-9B84-D0190C08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805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40DE-844E-B2F1-004C-71A17388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E787-2271-3A08-F9CB-08E951CEC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C6032-E58F-ADDF-599B-417E399FA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90080-8727-6E96-49AF-36F59726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DC398-ADFF-41E7-0F47-8E60C6FC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8CDCA-0CB3-B404-35E9-DDC899D1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140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994D-ED7A-E2BF-1B76-431AC604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03061-0BFA-E9C7-56E9-0EA5832F8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A3297-4A7B-0489-24B7-BC3F8D719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B711C-B399-6DB6-8028-61AE4D882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29C91-0A27-1D3C-3FF3-5863E7E79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0B51C-475D-0165-2C23-4A893933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A0F79-6C60-96CF-AE7C-F4B038C13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0E030-A3E3-7878-375D-16E55052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79555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B819-1ADC-7549-2966-97DE22FB5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23B09-5FA2-1326-3F0F-8AB2FCEC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622AB-8834-3574-728C-EA2BEDC5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6C9A8-A315-6FEA-959C-EF32C3D3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052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D491B-AE95-F323-F1DC-2601121D1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A4314-74CD-12CA-C106-045392C0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B9847-7B26-D96C-0032-B558B316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180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6FE3-4E23-8AEC-467B-F4F5A7E0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D2079-346F-154B-AC65-D378B5366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A0CBE-EFBC-FB47-38F2-2B2A5E6AB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37D4B-DB35-119A-4656-EA6EFD89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2C7B6-8F9D-CF8A-AC3F-DD6BFC9D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6132A-BC94-8111-2A36-327FD69C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7695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2089-EC09-96D6-5B21-B06EB6E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E918E-4930-84B5-854D-2B68F1681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3C957-9677-B876-BBB1-F9E4AD6A0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B1117-87CA-C095-AA47-C7B3AF774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BD153-EBDF-9730-13A8-E26F5973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434FE-13C3-3DF2-9E4F-6EB20641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4911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7702-F1C0-10DE-868B-175AE165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D2664-510A-F335-DDD9-AF4A78609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62FF-F180-C1EE-0185-75651665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66E4-E745-E4BA-DCAE-D634DE73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1FFB-ECE0-01F6-D6F1-2C81D55E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699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7E0DB-8001-0AFB-F2D9-F0EB70A80F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BE7E4-2158-8558-6DF9-BB4877CFE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D71A9-8F28-C9AB-BFA5-781AA136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25243-51F2-8C90-09EC-A8B483A8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89691-0DFC-EE0E-4AAD-FFC902A6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040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3D77B-DF98-E7BA-2F98-1D0887ED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E014-3488-0ED9-1DB1-0D36E5711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7CCDA-C64E-0062-3830-05FFE0CCF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B15E0-1F29-47C6-8F13-B0A4DEA33D8F}" type="datetimeFigureOut">
              <a:rPr lang="nb-NO" smtClean="0"/>
              <a:t>24.08.2025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7C937-6CBC-0CC2-B996-9BBB6466E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6D919-0FE6-24B9-B591-B76CBECA4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82800-11AD-42CD-B484-E5330A3690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60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280080-F4C3-0F2B-AA46-77FFCFE25B11}"/>
              </a:ext>
            </a:extLst>
          </p:cNvPr>
          <p:cNvSpPr/>
          <p:nvPr/>
        </p:nvSpPr>
        <p:spPr>
          <a:xfrm>
            <a:off x="629264" y="658762"/>
            <a:ext cx="1415845" cy="1170038"/>
          </a:xfrm>
          <a:prstGeom prst="rect">
            <a:avLst/>
          </a:prstGeom>
          <a:solidFill>
            <a:srgbClr val="003F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DF1FF-FCC1-E3C5-7350-2417ADF4D4D1}"/>
              </a:ext>
            </a:extLst>
          </p:cNvPr>
          <p:cNvSpPr/>
          <p:nvPr/>
        </p:nvSpPr>
        <p:spPr>
          <a:xfrm>
            <a:off x="2197510" y="658762"/>
            <a:ext cx="1415845" cy="1170038"/>
          </a:xfrm>
          <a:prstGeom prst="rect">
            <a:avLst/>
          </a:prstGeom>
          <a:solidFill>
            <a:srgbClr val="0052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AE43C0-BD84-29E6-1E1B-91FF561C3B8F}"/>
              </a:ext>
            </a:extLst>
          </p:cNvPr>
          <p:cNvSpPr/>
          <p:nvPr/>
        </p:nvSpPr>
        <p:spPr>
          <a:xfrm>
            <a:off x="3854246" y="658762"/>
            <a:ext cx="1415845" cy="1170038"/>
          </a:xfrm>
          <a:prstGeom prst="rect">
            <a:avLst/>
          </a:prstGeom>
          <a:solidFill>
            <a:srgbClr val="002F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774113-54F6-91EE-5147-D4720276A1F3}"/>
              </a:ext>
            </a:extLst>
          </p:cNvPr>
          <p:cNvSpPr/>
          <p:nvPr/>
        </p:nvSpPr>
        <p:spPr>
          <a:xfrm>
            <a:off x="619428" y="3770672"/>
            <a:ext cx="1415845" cy="1170038"/>
          </a:xfrm>
          <a:prstGeom prst="rect">
            <a:avLst/>
          </a:prstGeom>
          <a:solidFill>
            <a:srgbClr val="F5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42886-50E5-4CCD-0E48-1C2E99D41FC8}"/>
              </a:ext>
            </a:extLst>
          </p:cNvPr>
          <p:cNvSpPr txBox="1"/>
          <p:nvPr/>
        </p:nvSpPr>
        <p:spPr>
          <a:xfrm>
            <a:off x="896872" y="4895841"/>
            <a:ext cx="88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#f5f9fc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0F9C83-061A-AD9A-2516-9FAEC3080B60}"/>
              </a:ext>
            </a:extLst>
          </p:cNvPr>
          <p:cNvSpPr txBox="1"/>
          <p:nvPr/>
        </p:nvSpPr>
        <p:spPr>
          <a:xfrm>
            <a:off x="812843" y="1759352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#000000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FC740-7E3A-6743-DF93-2DE4C12BBB81}"/>
              </a:ext>
            </a:extLst>
          </p:cNvPr>
          <p:cNvSpPr txBox="1"/>
          <p:nvPr/>
        </p:nvSpPr>
        <p:spPr>
          <a:xfrm>
            <a:off x="2407219" y="1759352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#000000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2AB32-44F3-CC3B-4DB4-93B1B088CF62}"/>
              </a:ext>
            </a:extLst>
          </p:cNvPr>
          <p:cNvSpPr txBox="1"/>
          <p:nvPr/>
        </p:nvSpPr>
        <p:spPr>
          <a:xfrm>
            <a:off x="4037825" y="1759352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#000000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3BB01-7C86-FA46-7D73-E92D56272BD6}"/>
              </a:ext>
            </a:extLst>
          </p:cNvPr>
          <p:cNvSpPr txBox="1"/>
          <p:nvPr/>
        </p:nvSpPr>
        <p:spPr>
          <a:xfrm>
            <a:off x="812843" y="358878"/>
            <a:ext cx="92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--brand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0611B-6DFE-938B-20D1-2E785C9C10E8}"/>
              </a:ext>
            </a:extLst>
          </p:cNvPr>
          <p:cNvSpPr txBox="1"/>
          <p:nvPr/>
        </p:nvSpPr>
        <p:spPr>
          <a:xfrm>
            <a:off x="2183411" y="358878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--brand-600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4BF69-B191-9F50-3723-54D28F63EB21}"/>
              </a:ext>
            </a:extLst>
          </p:cNvPr>
          <p:cNvSpPr txBox="1"/>
          <p:nvPr/>
        </p:nvSpPr>
        <p:spPr>
          <a:xfrm>
            <a:off x="3874561" y="358878"/>
            <a:ext cx="13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--brand-700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C0AEF-D1B2-8FF8-DD35-561BAD518BEF}"/>
              </a:ext>
            </a:extLst>
          </p:cNvPr>
          <p:cNvSpPr txBox="1"/>
          <p:nvPr/>
        </p:nvSpPr>
        <p:spPr>
          <a:xfrm>
            <a:off x="1067631" y="3448977"/>
            <a:ext cx="51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</a:t>
            </a:r>
            <a:r>
              <a:rPr lang="nb-NO" dirty="0" err="1"/>
              <a:t>fg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EACC36-8148-2BAF-2CCA-7F1458A2F9D8}"/>
              </a:ext>
            </a:extLst>
          </p:cNvPr>
          <p:cNvSpPr/>
          <p:nvPr/>
        </p:nvSpPr>
        <p:spPr>
          <a:xfrm>
            <a:off x="2183411" y="3770672"/>
            <a:ext cx="1415845" cy="1170038"/>
          </a:xfrm>
          <a:prstGeom prst="rect">
            <a:avLst/>
          </a:prstGeom>
          <a:solidFill>
            <a:srgbClr val="1421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2E0BA9-FB6E-4039-7E49-FDBA4066FD50}"/>
              </a:ext>
            </a:extLst>
          </p:cNvPr>
          <p:cNvSpPr txBox="1"/>
          <p:nvPr/>
        </p:nvSpPr>
        <p:spPr>
          <a:xfrm>
            <a:off x="2460855" y="489584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#14213d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1CB7AC-C07A-B814-AAC2-457F9440FAEA}"/>
              </a:ext>
            </a:extLst>
          </p:cNvPr>
          <p:cNvSpPr txBox="1"/>
          <p:nvPr/>
        </p:nvSpPr>
        <p:spPr>
          <a:xfrm>
            <a:off x="2631614" y="344897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</a:t>
            </a:r>
            <a:r>
              <a:rPr lang="nb-NO" dirty="0" err="1"/>
              <a:t>bg</a:t>
            </a:r>
            <a:endParaRPr lang="nb-NO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69B5A5-712E-91C5-7CBA-B419D2020AEE}"/>
              </a:ext>
            </a:extLst>
          </p:cNvPr>
          <p:cNvSpPr/>
          <p:nvPr/>
        </p:nvSpPr>
        <p:spPr>
          <a:xfrm>
            <a:off x="3820499" y="3795253"/>
            <a:ext cx="1415845" cy="1170038"/>
          </a:xfrm>
          <a:prstGeom prst="rect">
            <a:avLst/>
          </a:prstGeom>
          <a:solidFill>
            <a:srgbClr val="6B72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2E4441-7A8F-00B3-B411-2D1EE2FBAEC4}"/>
              </a:ext>
            </a:extLst>
          </p:cNvPr>
          <p:cNvSpPr txBox="1"/>
          <p:nvPr/>
        </p:nvSpPr>
        <p:spPr>
          <a:xfrm>
            <a:off x="4037825" y="491765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#6b7280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28ADA6-6B92-5F1A-1CB8-AB79CBD9E31B}"/>
              </a:ext>
            </a:extLst>
          </p:cNvPr>
          <p:cNvSpPr txBox="1"/>
          <p:nvPr/>
        </p:nvSpPr>
        <p:spPr>
          <a:xfrm>
            <a:off x="3963902" y="3473558"/>
            <a:ext cx="993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</a:t>
            </a:r>
            <a:r>
              <a:rPr lang="nb-NO" dirty="0" err="1"/>
              <a:t>muted</a:t>
            </a:r>
            <a:endParaRPr lang="nb-NO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9BBF8D-4CB3-ACDA-040D-402AA4C180D4}"/>
              </a:ext>
            </a:extLst>
          </p:cNvPr>
          <p:cNvSpPr/>
          <p:nvPr/>
        </p:nvSpPr>
        <p:spPr>
          <a:xfrm>
            <a:off x="5578191" y="658762"/>
            <a:ext cx="1415845" cy="1170038"/>
          </a:xfrm>
          <a:prstGeom prst="rect">
            <a:avLst/>
          </a:prstGeom>
          <a:solidFill>
            <a:srgbClr val="E5E7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DF0161-EA6F-321A-0084-4FCC5A7B2443}"/>
              </a:ext>
            </a:extLst>
          </p:cNvPr>
          <p:cNvSpPr/>
          <p:nvPr/>
        </p:nvSpPr>
        <p:spPr>
          <a:xfrm>
            <a:off x="7146437" y="658762"/>
            <a:ext cx="1415845" cy="1170038"/>
          </a:xfrm>
          <a:prstGeom prst="rect">
            <a:avLst/>
          </a:prstGeom>
          <a:solidFill>
            <a:srgbClr val="0052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8DDE90-5430-75D3-13C5-F53A9D306245}"/>
              </a:ext>
            </a:extLst>
          </p:cNvPr>
          <p:cNvSpPr/>
          <p:nvPr/>
        </p:nvSpPr>
        <p:spPr>
          <a:xfrm>
            <a:off x="8803173" y="658762"/>
            <a:ext cx="1415845" cy="1170038"/>
          </a:xfrm>
          <a:prstGeom prst="rect">
            <a:avLst/>
          </a:prstGeom>
          <a:solidFill>
            <a:srgbClr val="E2E8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265A08-F900-F07B-2DA9-1FAF01D2BA38}"/>
              </a:ext>
            </a:extLst>
          </p:cNvPr>
          <p:cNvSpPr txBox="1"/>
          <p:nvPr/>
        </p:nvSpPr>
        <p:spPr>
          <a:xfrm>
            <a:off x="5761770" y="358878"/>
            <a:ext cx="100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--border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7871D9-CEBC-75EF-5521-367ECEB0C124}"/>
              </a:ext>
            </a:extLst>
          </p:cNvPr>
          <p:cNvSpPr txBox="1"/>
          <p:nvPr/>
        </p:nvSpPr>
        <p:spPr>
          <a:xfrm>
            <a:off x="7220826" y="358878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--accent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D26C7B-D187-626A-2702-B57C2A1D623A}"/>
              </a:ext>
            </a:extLst>
          </p:cNvPr>
          <p:cNvSpPr txBox="1"/>
          <p:nvPr/>
        </p:nvSpPr>
        <p:spPr>
          <a:xfrm>
            <a:off x="8911976" y="35887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</a:t>
            </a:r>
            <a:r>
              <a:rPr lang="nb-NO" dirty="0" err="1"/>
              <a:t>access</a:t>
            </a:r>
            <a:endParaRPr lang="nb-NO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9696E9-7DA5-910D-34B5-0A66D74921EA}"/>
              </a:ext>
            </a:extLst>
          </p:cNvPr>
          <p:cNvSpPr txBox="1"/>
          <p:nvPr/>
        </p:nvSpPr>
        <p:spPr>
          <a:xfrm>
            <a:off x="5716937" y="175935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#e5e7eb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AD34FB-9C37-8530-4604-F54EDD3A333C}"/>
              </a:ext>
            </a:extLst>
          </p:cNvPr>
          <p:cNvSpPr txBox="1"/>
          <p:nvPr/>
        </p:nvSpPr>
        <p:spPr>
          <a:xfrm>
            <a:off x="7347543" y="1759352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#00529b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F3D2C4-6B7A-83EF-D673-433F9FD3DFE0}"/>
              </a:ext>
            </a:extLst>
          </p:cNvPr>
          <p:cNvSpPr txBox="1"/>
          <p:nvPr/>
        </p:nvSpPr>
        <p:spPr>
          <a:xfrm>
            <a:off x="9057186" y="1759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#e2e8f0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3BE7FA-1FE0-EBD6-9C6C-87CDF3F1C7F2}"/>
              </a:ext>
            </a:extLst>
          </p:cNvPr>
          <p:cNvSpPr/>
          <p:nvPr/>
        </p:nvSpPr>
        <p:spPr>
          <a:xfrm>
            <a:off x="5578191" y="3818309"/>
            <a:ext cx="1415845" cy="1170038"/>
          </a:xfrm>
          <a:prstGeom prst="rect">
            <a:avLst/>
          </a:prstGeom>
          <a:solidFill>
            <a:srgbClr val="C83C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E18EE7-6B4D-A048-E3F8-B6BD158219F8}"/>
              </a:ext>
            </a:extLst>
          </p:cNvPr>
          <p:cNvSpPr txBox="1"/>
          <p:nvPr/>
        </p:nvSpPr>
        <p:spPr>
          <a:xfrm>
            <a:off x="7028098" y="3465249"/>
            <a:ext cx="2019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</a:t>
            </a:r>
            <a:r>
              <a:rPr lang="nb-NO" dirty="0" err="1"/>
              <a:t>secondary</a:t>
            </a:r>
            <a:r>
              <a:rPr lang="nb-NO" dirty="0"/>
              <a:t>-hover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655B2C-F5FF-0B12-3406-CE3F57B234D3}"/>
              </a:ext>
            </a:extLst>
          </p:cNvPr>
          <p:cNvSpPr txBox="1"/>
          <p:nvPr/>
        </p:nvSpPr>
        <p:spPr>
          <a:xfrm>
            <a:off x="5827250" y="494071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#c83c3c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87DF3D-C068-5956-EEB8-0A76BC9DC742}"/>
              </a:ext>
            </a:extLst>
          </p:cNvPr>
          <p:cNvSpPr/>
          <p:nvPr/>
        </p:nvSpPr>
        <p:spPr>
          <a:xfrm>
            <a:off x="7171977" y="3810000"/>
            <a:ext cx="1415845" cy="1170038"/>
          </a:xfrm>
          <a:prstGeom prst="rect">
            <a:avLst/>
          </a:prstGeom>
          <a:solidFill>
            <a:srgbClr val="A62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7CB9F5-7E27-7DE2-E102-70C4ED99CBEE}"/>
              </a:ext>
            </a:extLst>
          </p:cNvPr>
          <p:cNvSpPr txBox="1"/>
          <p:nvPr/>
        </p:nvSpPr>
        <p:spPr>
          <a:xfrm>
            <a:off x="5589851" y="3448977"/>
            <a:ext cx="1388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</a:t>
            </a:r>
            <a:r>
              <a:rPr lang="nb-NO" dirty="0" err="1"/>
              <a:t>secondary</a:t>
            </a:r>
            <a:endParaRPr lang="nb-NO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1E153B-3769-18F5-5A7D-FB90DDE2E9C2}"/>
              </a:ext>
            </a:extLst>
          </p:cNvPr>
          <p:cNvSpPr txBox="1"/>
          <p:nvPr/>
        </p:nvSpPr>
        <p:spPr>
          <a:xfrm>
            <a:off x="7323886" y="489584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#a62828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EBB489-3418-169E-7CD0-ED9BEB2878D6}"/>
              </a:ext>
            </a:extLst>
          </p:cNvPr>
          <p:cNvSpPr txBox="1"/>
          <p:nvPr/>
        </p:nvSpPr>
        <p:spPr>
          <a:xfrm>
            <a:off x="9511095" y="4895841"/>
            <a:ext cx="153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#00000066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ED6EA8-6642-5F3B-EDDC-00FA2159A258}"/>
              </a:ext>
            </a:extLst>
          </p:cNvPr>
          <p:cNvSpPr/>
          <p:nvPr/>
        </p:nvSpPr>
        <p:spPr>
          <a:xfrm>
            <a:off x="9439524" y="3770049"/>
            <a:ext cx="1415845" cy="1170038"/>
          </a:xfrm>
          <a:prstGeom prst="rect">
            <a:avLst/>
          </a:prstGeom>
          <a:solidFill>
            <a:srgbClr val="0000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0B33C4-7DD9-A149-2C3F-7069EC8FAF10}"/>
              </a:ext>
            </a:extLst>
          </p:cNvPr>
          <p:cNvSpPr txBox="1"/>
          <p:nvPr/>
        </p:nvSpPr>
        <p:spPr>
          <a:xfrm>
            <a:off x="9619897" y="3429000"/>
            <a:ext cx="1124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--</a:t>
            </a:r>
            <a:r>
              <a:rPr lang="nb-NO" dirty="0" err="1"/>
              <a:t>shadow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226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B Ihlen</dc:creator>
  <cp:lastModifiedBy>Gerhard B Ihlen</cp:lastModifiedBy>
  <cp:revision>1</cp:revision>
  <dcterms:created xsi:type="dcterms:W3CDTF">2025-08-24T05:03:51Z</dcterms:created>
  <dcterms:modified xsi:type="dcterms:W3CDTF">2025-08-24T06:01:17Z</dcterms:modified>
</cp:coreProperties>
</file>