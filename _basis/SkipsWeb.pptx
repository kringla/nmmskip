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111827"/>
    <a:srgbClr val="F7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58" d="100"/>
          <a:sy n="58" d="100"/>
        </p:scale>
        <p:origin x="8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8D7B-A5CA-5D50-1555-D938796F1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42979-901E-856E-E399-374EB0B42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8028E-BA27-861C-B79F-36A89921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1D512-7D3B-0E6F-EA4C-FC4B30BC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4039B-A0B7-6B23-2133-8FB6F875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67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8A12-08EC-6CA8-1810-22B57F58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FD10F-4ED3-8D2E-5817-EE931C985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8F2C1-C268-335E-7D20-2CB8077D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32785-E01A-D3DC-5DBD-EC1E8198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E140F-CD1A-AC46-FAF8-C19D3F9F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404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E153-6B10-0B2E-A5A6-36338CA86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734DA-D183-EDE3-6FE3-E5020321C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1830-E767-5BD1-C18D-F62ADCA9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0573F-678C-2693-8745-EA8DE917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1A8D4-D175-0FC0-97C5-7BB52C51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9909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B5CC-B67A-C4FB-15C9-F27BC7FE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036B-A6FE-4D01-DCE5-DCB38B8B9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B4B70-5A2C-7BC6-CCFB-9C259B6E0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45C86-27C6-E675-0504-FC7BC7D3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A59F-113A-29DE-F181-93C9C0A3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46057-E591-42FE-C13A-E7289E06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9767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B0DF-287B-023F-BAEA-32F9A69C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6EF35-82F4-0EC7-2F52-2D064C698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568FD-E4D0-974D-F5A1-ACF6E262E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CA121-0156-357A-F691-0AA3C8DA2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13C4A-5BFC-D688-1974-9AC5E658B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40D23-2F52-7B7B-3B87-A63C6AD0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5D57A-17E3-6F78-3BD7-F0E780586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4D758-DAF8-209C-8075-0A703E43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4864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DFBB-6532-F98D-ABCB-44BDC6CD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56A4B-906B-0B7C-3524-1D3BE008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4C2FA-C74E-54FB-F916-238B27FA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C7E2E-F449-AA2C-7294-2F0BFA54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1212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28041-BA6C-C7A2-B0BF-43A3B8AC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4B5296-D641-0857-8C8E-D440037E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6B2A3-6779-C60B-661D-A1FC1C9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0891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C83C-9D17-BE08-A0BE-E81A4615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75C50-8830-0F60-5D64-D5748C0B5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02693-C8CD-5F35-EE24-7905DEF8E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13123-C4D7-8201-9B85-A896AEEC3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0200B-676E-9221-71EE-64790BAE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E24AB-AB42-E216-D490-2A8CF647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414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6463-A79B-256C-D965-2520083F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D5E11-6008-6AAA-BA6D-50A5BF594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49692-5F28-2ACC-BB5F-B26D3A03F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F9A02-D750-B1A4-9741-DDFAD925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ABDBA-F5BB-C734-E37E-FAF72BD0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69588-939A-77CF-BC76-2ED97695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315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CB68-69F0-47AB-B750-B24FACB3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6D9E9-94B3-1744-A0AD-21657A7FD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C14C1-C1DD-0F04-960C-F581AE3E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A865E-2A8B-AA56-A226-134B2E89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0EDA9-2A79-B0BC-F3AA-BCF44A0C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286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113DE-8065-5BB6-4763-1D0E2EBA6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CC3F2-1C46-B887-E027-218B914B8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0F542-2F93-23F4-FD19-BB79C1ED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6EBA0-1103-7665-A64F-4E79AB26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7706D-FD78-90E3-54B7-8A2EDC8F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7898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3B3F8-DBA2-F6E5-B40F-6D82CB92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FE8D5-857A-D428-358C-60224EA96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6DFC6-BBA3-9FAA-140A-EF1EC7837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73465-8602-45B4-B400-91BA23441F6C}" type="datetimeFigureOut">
              <a:rPr lang="nb-NO" smtClean="0"/>
              <a:t>18.08.2025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2BFE4-CD57-51AA-0CCD-6D9D1729D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55DEE-F48D-315F-0F7C-BC41385BD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94290-76B3-4A1C-BB4C-5EF6887265E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788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teering wheel with a banner&#10;&#10;AI-generated content may be incorrect.">
            <a:extLst>
              <a:ext uri="{FF2B5EF4-FFF2-40B4-BE49-F238E27FC236}">
                <a16:creationId xmlns:a16="http://schemas.microsoft.com/office/drawing/2014/main" id="{924645F6-BC51-376F-2361-779922814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8" t="5090" r="16382" b="28243"/>
          <a:stretch>
            <a:fillRect/>
          </a:stretch>
        </p:blipFill>
        <p:spPr>
          <a:xfrm>
            <a:off x="1817716" y="2612890"/>
            <a:ext cx="1429903" cy="144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8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B Ihlen</dc:creator>
  <cp:lastModifiedBy>Gerhard B Ihlen</cp:lastModifiedBy>
  <cp:revision>2</cp:revision>
  <dcterms:created xsi:type="dcterms:W3CDTF">2025-08-18T08:49:27Z</dcterms:created>
  <dcterms:modified xsi:type="dcterms:W3CDTF">2025-08-18T09:40:29Z</dcterms:modified>
</cp:coreProperties>
</file>